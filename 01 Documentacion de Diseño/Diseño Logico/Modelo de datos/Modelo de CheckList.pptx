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1036320" y="1079500"/>
            <a:ext cx="1167130" cy="617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Proced_V</a:t>
            </a:r>
            <a:endParaRPr lang="es-MX" altLang="en-US">
              <a:solidFill>
                <a:schemeClr val="tx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051560" y="2503805"/>
            <a:ext cx="1167130" cy="396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Pasos_V</a:t>
            </a:r>
            <a:endParaRPr lang="es-MX" altLang="en-US">
              <a:solidFill>
                <a:schemeClr val="tx1"/>
              </a:solidFill>
            </a:endParaRPr>
          </a:p>
        </p:txBody>
      </p:sp>
      <p:cxnSp>
        <p:nvCxnSpPr>
          <p:cNvPr id="6" name="Conector recto de flecha 5"/>
          <p:cNvCxnSpPr>
            <a:stCxn id="4" idx="2"/>
            <a:endCxn id="5" idx="0"/>
          </p:cNvCxnSpPr>
          <p:nvPr/>
        </p:nvCxnSpPr>
        <p:spPr>
          <a:xfrm>
            <a:off x="1619885" y="1696720"/>
            <a:ext cx="15240" cy="807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ángulo 6"/>
          <p:cNvSpPr/>
          <p:nvPr/>
        </p:nvSpPr>
        <p:spPr>
          <a:xfrm>
            <a:off x="3774440" y="1104900"/>
            <a:ext cx="1167130" cy="617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CheckList</a:t>
            </a:r>
            <a:endParaRPr lang="es-MX" altLang="en-US">
              <a:solidFill>
                <a:schemeClr val="tx1"/>
              </a:solidFill>
            </a:endParaRPr>
          </a:p>
        </p:txBody>
      </p:sp>
      <p:cxnSp>
        <p:nvCxnSpPr>
          <p:cNvPr id="8" name="Conector recto de flecha 7"/>
          <p:cNvCxnSpPr>
            <a:stCxn id="4" idx="3"/>
            <a:endCxn id="7" idx="1"/>
          </p:cNvCxnSpPr>
          <p:nvPr/>
        </p:nvCxnSpPr>
        <p:spPr>
          <a:xfrm>
            <a:off x="2203450" y="1388110"/>
            <a:ext cx="1570990" cy="25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3931285" y="2545080"/>
            <a:ext cx="1167130" cy="396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Pasos</a:t>
            </a:r>
            <a:endParaRPr lang="es-MX" altLang="en-US">
              <a:solidFill>
                <a:schemeClr val="tx1"/>
              </a:solidFill>
            </a:endParaRPr>
          </a:p>
        </p:txBody>
      </p:sp>
      <p:cxnSp>
        <p:nvCxnSpPr>
          <p:cNvPr id="10" name="Conector recto de flecha 9"/>
          <p:cNvCxnSpPr>
            <a:stCxn id="7" idx="2"/>
          </p:cNvCxnSpPr>
          <p:nvPr/>
        </p:nvCxnSpPr>
        <p:spPr>
          <a:xfrm>
            <a:off x="4358005" y="1722120"/>
            <a:ext cx="34925" cy="795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5" idx="3"/>
            <a:endCxn id="9" idx="1"/>
          </p:cNvCxnSpPr>
          <p:nvPr/>
        </p:nvCxnSpPr>
        <p:spPr>
          <a:xfrm>
            <a:off x="2218690" y="2702560"/>
            <a:ext cx="1712595" cy="412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Presentation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Villalobos</dc:creator>
  <cp:lastModifiedBy>Marco Villalobos</cp:lastModifiedBy>
  <cp:revision>4</cp:revision>
  <dcterms:created xsi:type="dcterms:W3CDTF">2025-07-23T00:59:00Z</dcterms:created>
  <dcterms:modified xsi:type="dcterms:W3CDTF">2025-11-06T19:43:17Z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2058-12.2.0.23131</vt:lpwstr>
  </property>
  <property fmtid="{D5CDD505-2E9C-101B-9397-08002B2CF9AE}" pid="3" name="ICV">
    <vt:lpwstr>2470955B769E4818B4EE8304E8A8713D_11</vt:lpwstr>
  </property>
</Properties>
</file>