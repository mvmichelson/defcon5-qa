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ángulo 3"/>
          <p:cNvSpPr/>
          <p:nvPr/>
        </p:nvSpPr>
        <p:spPr>
          <a:xfrm>
            <a:off x="608330" y="652780"/>
            <a:ext cx="1832610" cy="12344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s-MX" altLang="en-US">
                <a:solidFill>
                  <a:schemeClr val="tx1"/>
                </a:solidFill>
              </a:rPr>
              <a:t>Procedimientos Vigentes</a:t>
            </a:r>
            <a:endParaRPr lang="es-MX" altLang="en-US">
              <a:solidFill>
                <a:schemeClr val="tx1"/>
              </a:solidFill>
            </a:endParaRPr>
          </a:p>
          <a:p>
            <a:pPr algn="ctr"/>
            <a:r>
              <a:rPr lang="es-MX" altLang="en-US" sz="1400" b="1">
                <a:solidFill>
                  <a:schemeClr val="tx1"/>
                </a:solidFill>
              </a:rPr>
              <a:t>(Proced_V)</a:t>
            </a:r>
            <a:endParaRPr lang="es-MX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7813040" y="4539615"/>
            <a:ext cx="2237740" cy="8312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s-MX" altLang="en-US">
                <a:solidFill>
                  <a:schemeClr val="tx1"/>
                </a:solidFill>
              </a:rPr>
              <a:t>Ejecucion Caso</a:t>
            </a:r>
            <a:endParaRPr lang="es-MX" altLang="en-US">
              <a:solidFill>
                <a:schemeClr val="tx1"/>
              </a:solidFill>
            </a:endParaRPr>
          </a:p>
          <a:p>
            <a:pPr algn="ctr"/>
            <a:r>
              <a:rPr lang="es-MX" altLang="en-US" sz="1400" b="1">
                <a:solidFill>
                  <a:schemeClr val="tx1"/>
                </a:solidFill>
              </a:rPr>
              <a:t>(EjecucionCasoPrueba)</a:t>
            </a:r>
            <a:endParaRPr lang="es-MX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4612640" y="1145540"/>
            <a:ext cx="1977390" cy="1137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s-MX" altLang="en-US">
                <a:solidFill>
                  <a:schemeClr val="tx1"/>
                </a:solidFill>
              </a:rPr>
              <a:t>Prueba</a:t>
            </a:r>
            <a:endParaRPr lang="es-MX" altLang="en-US">
              <a:solidFill>
                <a:schemeClr val="tx1"/>
              </a:solidFill>
            </a:endParaRPr>
          </a:p>
          <a:p>
            <a:pPr algn="ctr"/>
            <a:r>
              <a:rPr lang="es-MX" altLang="en-US" sz="1400" b="1">
                <a:solidFill>
                  <a:schemeClr val="tx1"/>
                </a:solidFill>
              </a:rPr>
              <a:t>(PruebaContingencia)</a:t>
            </a:r>
            <a:endParaRPr lang="es-MX" altLang="en-US" sz="1400" b="1">
              <a:solidFill>
                <a:schemeClr val="tx1"/>
              </a:solidFill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3657600" y="3429000"/>
            <a:ext cx="2113280" cy="5734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s-MX" altLang="en-US">
                <a:solidFill>
                  <a:schemeClr val="tx1"/>
                </a:solidFill>
              </a:rPr>
              <a:t>Casos</a:t>
            </a:r>
            <a:endParaRPr lang="es-MX" altLang="en-US">
              <a:solidFill>
                <a:schemeClr val="tx1"/>
              </a:solidFill>
            </a:endParaRPr>
          </a:p>
          <a:p>
            <a:pPr algn="ctr"/>
            <a:r>
              <a:rPr lang="es-MX" altLang="en-US" sz="1400" b="1">
                <a:solidFill>
                  <a:schemeClr val="tx1"/>
                </a:solidFill>
              </a:rPr>
              <a:t>(CasoPrueba)</a:t>
            </a:r>
            <a:endParaRPr lang="es-MX" altLang="en-US" sz="1400" b="1">
              <a:solidFill>
                <a:schemeClr val="tx1"/>
              </a:solidFill>
            </a:endParaRPr>
          </a:p>
        </p:txBody>
      </p:sp>
      <p:cxnSp>
        <p:nvCxnSpPr>
          <p:cNvPr id="2" name="Conector angular 1"/>
          <p:cNvCxnSpPr>
            <a:stCxn id="4" idx="3"/>
            <a:endCxn id="7" idx="1"/>
          </p:cNvCxnSpPr>
          <p:nvPr/>
        </p:nvCxnSpPr>
        <p:spPr>
          <a:xfrm>
            <a:off x="2440940" y="1270000"/>
            <a:ext cx="2171700" cy="4445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Conector angular 2"/>
          <p:cNvCxnSpPr>
            <a:stCxn id="7" idx="2"/>
            <a:endCxn id="9" idx="0"/>
          </p:cNvCxnSpPr>
          <p:nvPr/>
        </p:nvCxnSpPr>
        <p:spPr>
          <a:xfrm rot="5400000">
            <a:off x="4584700" y="2412365"/>
            <a:ext cx="1146175" cy="887095"/>
          </a:xfrm>
          <a:prstGeom prst="bentConnector3">
            <a:avLst>
              <a:gd name="adj1" fmla="val 5002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Rectángulo 11"/>
          <p:cNvSpPr/>
          <p:nvPr/>
        </p:nvSpPr>
        <p:spPr>
          <a:xfrm>
            <a:off x="8352155" y="1397635"/>
            <a:ext cx="2498090" cy="1137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s-MX" altLang="en-US">
                <a:solidFill>
                  <a:schemeClr val="tx1"/>
                </a:solidFill>
              </a:rPr>
              <a:t>Ejecucion Prueba</a:t>
            </a:r>
            <a:endParaRPr lang="es-MX" altLang="en-US">
              <a:solidFill>
                <a:schemeClr val="tx1"/>
              </a:solidFill>
            </a:endParaRPr>
          </a:p>
          <a:p>
            <a:pPr algn="ctr"/>
            <a:r>
              <a:rPr lang="es-MX" altLang="en-US" sz="1400" b="1">
                <a:solidFill>
                  <a:schemeClr val="tx1"/>
                </a:solidFill>
              </a:rPr>
              <a:t>(EjecucionPrueba)</a:t>
            </a:r>
            <a:endParaRPr lang="es-MX" altLang="en-US" sz="1400" b="1">
              <a:solidFill>
                <a:schemeClr val="tx1"/>
              </a:solidFill>
            </a:endParaRPr>
          </a:p>
        </p:txBody>
      </p:sp>
      <p:cxnSp>
        <p:nvCxnSpPr>
          <p:cNvPr id="13" name="Conector angular 12"/>
          <p:cNvCxnSpPr>
            <a:stCxn id="7" idx="3"/>
            <a:endCxn id="12" idx="1"/>
          </p:cNvCxnSpPr>
          <p:nvPr/>
        </p:nvCxnSpPr>
        <p:spPr>
          <a:xfrm>
            <a:off x="6590030" y="1714500"/>
            <a:ext cx="1762125" cy="252095"/>
          </a:xfrm>
          <a:prstGeom prst="bentConnector3">
            <a:avLst>
              <a:gd name="adj1" fmla="val 5001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Conector angular 13"/>
          <p:cNvCxnSpPr>
            <a:stCxn id="12" idx="2"/>
            <a:endCxn id="5" idx="0"/>
          </p:cNvCxnSpPr>
          <p:nvPr/>
        </p:nvCxnSpPr>
        <p:spPr>
          <a:xfrm rot="5400000">
            <a:off x="8264208" y="3202623"/>
            <a:ext cx="2004695" cy="66929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Conector angular 14"/>
          <p:cNvCxnSpPr>
            <a:stCxn id="9" idx="3"/>
            <a:endCxn id="5" idx="1"/>
          </p:cNvCxnSpPr>
          <p:nvPr/>
        </p:nvCxnSpPr>
        <p:spPr>
          <a:xfrm>
            <a:off x="5770880" y="3716020"/>
            <a:ext cx="2042160" cy="123952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Conector angular 15"/>
          <p:cNvCxnSpPr>
            <a:stCxn id="5" idx="3"/>
          </p:cNvCxnSpPr>
          <p:nvPr/>
        </p:nvCxnSpPr>
        <p:spPr>
          <a:xfrm>
            <a:off x="10050780" y="4955540"/>
            <a:ext cx="351790" cy="63817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Cuadro de texto 16"/>
          <p:cNvSpPr txBox="1"/>
          <p:nvPr/>
        </p:nvSpPr>
        <p:spPr>
          <a:xfrm>
            <a:off x="10376535" y="5179060"/>
            <a:ext cx="1760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 sz="1200" b="1"/>
              <a:t>&lt;1-1&gt; Observaciones</a:t>
            </a:r>
            <a:endParaRPr lang="es-MX" altLang="en-US" sz="1200" b="1"/>
          </a:p>
          <a:p>
            <a:r>
              <a:rPr lang="es-MX" altLang="en-US" sz="1200" b="1"/>
              <a:t>&lt;1-1&gt; Evidencia</a:t>
            </a:r>
            <a:endParaRPr lang="es-MX" altLang="en-US" sz="12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WPS Presentation</Application>
  <PresentationFormat>宽屏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Marco Villalobos</dc:creator>
  <cp:lastModifiedBy>Marco Villalobos</cp:lastModifiedBy>
  <cp:revision>5</cp:revision>
  <dcterms:created xsi:type="dcterms:W3CDTF">2025-07-23T00:59:00Z</dcterms:created>
  <dcterms:modified xsi:type="dcterms:W3CDTF">2025-11-11T23:18:49Z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2058-12.2.0.23155</vt:lpwstr>
  </property>
  <property fmtid="{D5CDD505-2E9C-101B-9397-08002B2CF9AE}" pid="3" name="ICV">
    <vt:lpwstr>2470955B769E4818B4EE8304E8A8713D_11</vt:lpwstr>
  </property>
</Properties>
</file>