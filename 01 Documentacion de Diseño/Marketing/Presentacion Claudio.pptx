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notesMasterIdLst>
    <p:notesMasterId r:id="rId7"/>
  </p:notesMasterIdLst>
  <p:handoutMasterIdLst>
    <p:handoutMasterId r:id="rId14"/>
  </p:handoutMasterIdLst>
  <p:sldIdLst>
    <p:sldId id="263" r:id="rId5"/>
    <p:sldId id="269" r:id="rId6"/>
    <p:sldId id="270" r:id="rId8"/>
    <p:sldId id="268" r:id="rId9"/>
    <p:sldId id="264" r:id="rId10"/>
    <p:sldId id="262" r:id="rId11"/>
    <p:sldId id="271" r:id="rId12"/>
    <p:sldId id="272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A5F825-9C29-43CC-BB96-80A60E9689F0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image" Target="../media/image2.jpeg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image" Target="../media/image3.jpeg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6.xml"/><Relationship Id="rId8" Type="http://schemas.openxmlformats.org/officeDocument/2006/relationships/tags" Target="../tags/tag75.xml"/><Relationship Id="rId7" Type="http://schemas.openxmlformats.org/officeDocument/2006/relationships/tags" Target="../tags/tag74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0" Type="http://schemas.openxmlformats.org/officeDocument/2006/relationships/tags" Target="../tags/tag87.xml"/><Relationship Id="rId2" Type="http://schemas.openxmlformats.org/officeDocument/2006/relationships/tags" Target="../tags/tag69.xml"/><Relationship Id="rId19" Type="http://schemas.openxmlformats.org/officeDocument/2006/relationships/tags" Target="../tags/tag86.xml"/><Relationship Id="rId18" Type="http://schemas.openxmlformats.org/officeDocument/2006/relationships/tags" Target="../tags/tag85.xml"/><Relationship Id="rId17" Type="http://schemas.openxmlformats.org/officeDocument/2006/relationships/tags" Target="../tags/tag84.xml"/><Relationship Id="rId16" Type="http://schemas.openxmlformats.org/officeDocument/2006/relationships/tags" Target="../tags/tag83.xml"/><Relationship Id="rId15" Type="http://schemas.openxmlformats.org/officeDocument/2006/relationships/tags" Target="../tags/tag82.xml"/><Relationship Id="rId14" Type="http://schemas.openxmlformats.org/officeDocument/2006/relationships/tags" Target="../tags/tag81.xml"/><Relationship Id="rId13" Type="http://schemas.openxmlformats.org/officeDocument/2006/relationships/tags" Target="../tags/tag80.xml"/><Relationship Id="rId12" Type="http://schemas.openxmlformats.org/officeDocument/2006/relationships/tags" Target="../tags/tag79.xml"/><Relationship Id="rId11" Type="http://schemas.openxmlformats.org/officeDocument/2006/relationships/tags" Target="../tags/tag78.xml"/><Relationship Id="rId10" Type="http://schemas.openxmlformats.org/officeDocument/2006/relationships/tags" Target="../tags/tag77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92.xml"/><Relationship Id="rId5" Type="http://schemas.openxmlformats.org/officeDocument/2006/relationships/tags" Target="../tags/tag91.xml"/><Relationship Id="rId4" Type="http://schemas.openxmlformats.org/officeDocument/2006/relationships/tags" Target="../tags/tag90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tags" Target="../tags/tag99.xml"/><Relationship Id="rId7" Type="http://schemas.openxmlformats.org/officeDocument/2006/relationships/tags" Target="../tags/tag98.xml"/><Relationship Id="rId6" Type="http://schemas.openxmlformats.org/officeDocument/2006/relationships/tags" Target="../tags/tag97.xml"/><Relationship Id="rId5" Type="http://schemas.openxmlformats.org/officeDocument/2006/relationships/tags" Target="../tags/tag96.xml"/><Relationship Id="rId4" Type="http://schemas.openxmlformats.org/officeDocument/2006/relationships/tags" Target="../tags/tag95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15" Type="http://schemas.openxmlformats.org/officeDocument/2006/relationships/tags" Target="../tags/tag106.xml"/><Relationship Id="rId14" Type="http://schemas.openxmlformats.org/officeDocument/2006/relationships/tags" Target="../tags/tag105.xml"/><Relationship Id="rId13" Type="http://schemas.openxmlformats.org/officeDocument/2006/relationships/tags" Target="../tags/tag104.xml"/><Relationship Id="rId12" Type="http://schemas.openxmlformats.org/officeDocument/2006/relationships/tags" Target="../tags/tag103.xml"/><Relationship Id="rId11" Type="http://schemas.openxmlformats.org/officeDocument/2006/relationships/tags" Target="../tags/tag102.xml"/><Relationship Id="rId10" Type="http://schemas.openxmlformats.org/officeDocument/2006/relationships/tags" Target="../tags/tag101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tags" Target="../tags/tag110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126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134.xml"/><Relationship Id="rId8" Type="http://schemas.openxmlformats.org/officeDocument/2006/relationships/tags" Target="../tags/tag133.xml"/><Relationship Id="rId7" Type="http://schemas.openxmlformats.org/officeDocument/2006/relationships/tags" Target="../tags/tag132.xml"/><Relationship Id="rId6" Type="http://schemas.openxmlformats.org/officeDocument/2006/relationships/tags" Target="../tags/tag131.xml"/><Relationship Id="rId5" Type="http://schemas.openxmlformats.org/officeDocument/2006/relationships/tags" Target="../tags/tag130.xml"/><Relationship Id="rId4" Type="http://schemas.openxmlformats.org/officeDocument/2006/relationships/tags" Target="../tags/tag129.xml"/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138.xml"/><Relationship Id="rId4" Type="http://schemas.openxmlformats.org/officeDocument/2006/relationships/tags" Target="../tags/tag137.xml"/><Relationship Id="rId3" Type="http://schemas.openxmlformats.org/officeDocument/2006/relationships/tags" Target="../tags/tag136.xml"/><Relationship Id="rId2" Type="http://schemas.openxmlformats.org/officeDocument/2006/relationships/tags" Target="../tags/tag135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141.xml"/><Relationship Id="rId3" Type="http://schemas.openxmlformats.org/officeDocument/2006/relationships/tags" Target="../tags/tag140.xml"/><Relationship Id="rId2" Type="http://schemas.openxmlformats.org/officeDocument/2006/relationships/tags" Target="../tags/tag13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tags" Target="../tags/tag142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150.xml"/><Relationship Id="rId5" Type="http://schemas.openxmlformats.org/officeDocument/2006/relationships/tags" Target="../tags/tag149.xml"/><Relationship Id="rId4" Type="http://schemas.openxmlformats.org/officeDocument/2006/relationships/tags" Target="../tags/tag148.xml"/><Relationship Id="rId3" Type="http://schemas.openxmlformats.org/officeDocument/2006/relationships/tags" Target="../tags/tag147.xml"/><Relationship Id="rId2" Type="http://schemas.openxmlformats.org/officeDocument/2006/relationships/tags" Target="../tags/tag146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158.xml"/><Relationship Id="rId8" Type="http://schemas.openxmlformats.org/officeDocument/2006/relationships/tags" Target="../tags/tag157.xml"/><Relationship Id="rId7" Type="http://schemas.openxmlformats.org/officeDocument/2006/relationships/tags" Target="../tags/tag156.xml"/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tags" Target="../tags/tag161.xml"/><Relationship Id="rId11" Type="http://schemas.openxmlformats.org/officeDocument/2006/relationships/tags" Target="../tags/tag160.xml"/><Relationship Id="rId10" Type="http://schemas.openxmlformats.org/officeDocument/2006/relationships/tags" Target="../tags/tag159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79.xml"/><Relationship Id="rId8" Type="http://schemas.openxmlformats.org/officeDocument/2006/relationships/tags" Target="../tags/tag178.xml"/><Relationship Id="rId7" Type="http://schemas.openxmlformats.org/officeDocument/2006/relationships/tags" Target="../tags/tag177.xml"/><Relationship Id="rId6" Type="http://schemas.openxmlformats.org/officeDocument/2006/relationships/image" Target="../media/image5.png"/><Relationship Id="rId5" Type="http://schemas.openxmlformats.org/officeDocument/2006/relationships/tags" Target="../tags/tag176.xml"/><Relationship Id="rId4" Type="http://schemas.openxmlformats.org/officeDocument/2006/relationships/image" Target="../media/image4.png"/><Relationship Id="rId3" Type="http://schemas.openxmlformats.org/officeDocument/2006/relationships/tags" Target="../tags/tag175.xml"/><Relationship Id="rId2" Type="http://schemas.openxmlformats.org/officeDocument/2006/relationships/tags" Target="../tags/tag174.xml"/><Relationship Id="rId16" Type="http://schemas.openxmlformats.org/officeDocument/2006/relationships/tags" Target="../tags/tag186.xml"/><Relationship Id="rId15" Type="http://schemas.openxmlformats.org/officeDocument/2006/relationships/tags" Target="../tags/tag185.xml"/><Relationship Id="rId14" Type="http://schemas.openxmlformats.org/officeDocument/2006/relationships/tags" Target="../tags/tag184.xml"/><Relationship Id="rId13" Type="http://schemas.openxmlformats.org/officeDocument/2006/relationships/tags" Target="../tags/tag183.xml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tags" Target="../tags/tag180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tags" Target="../tags/tag189.xml"/><Relationship Id="rId3" Type="http://schemas.openxmlformats.org/officeDocument/2006/relationships/tags" Target="../tags/tag188.xml"/><Relationship Id="rId2" Type="http://schemas.openxmlformats.org/officeDocument/2006/relationships/tags" Target="../tags/tag187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97.xml"/><Relationship Id="rId8" Type="http://schemas.openxmlformats.org/officeDocument/2006/relationships/tags" Target="../tags/tag196.xml"/><Relationship Id="rId7" Type="http://schemas.openxmlformats.org/officeDocument/2006/relationships/tags" Target="../tags/tag195.xml"/><Relationship Id="rId6" Type="http://schemas.openxmlformats.org/officeDocument/2006/relationships/image" Target="../media/image5.png"/><Relationship Id="rId5" Type="http://schemas.openxmlformats.org/officeDocument/2006/relationships/tags" Target="../tags/tag194.xml"/><Relationship Id="rId4" Type="http://schemas.openxmlformats.org/officeDocument/2006/relationships/image" Target="../media/image4.png"/><Relationship Id="rId3" Type="http://schemas.openxmlformats.org/officeDocument/2006/relationships/tags" Target="../tags/tag193.xml"/><Relationship Id="rId2" Type="http://schemas.openxmlformats.org/officeDocument/2006/relationships/tags" Target="../tags/tag192.xml"/><Relationship Id="rId11" Type="http://schemas.openxmlformats.org/officeDocument/2006/relationships/tags" Target="../tags/tag199.xml"/><Relationship Id="rId10" Type="http://schemas.openxmlformats.org/officeDocument/2006/relationships/tags" Target="../tags/tag198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205.xml"/><Relationship Id="rId8" Type="http://schemas.openxmlformats.org/officeDocument/2006/relationships/tags" Target="../tags/tag204.xml"/><Relationship Id="rId7" Type="http://schemas.openxmlformats.org/officeDocument/2006/relationships/tags" Target="../tags/tag203.xml"/><Relationship Id="rId6" Type="http://schemas.openxmlformats.org/officeDocument/2006/relationships/image" Target="../media/image5.png"/><Relationship Id="rId5" Type="http://schemas.openxmlformats.org/officeDocument/2006/relationships/tags" Target="../tags/tag202.xml"/><Relationship Id="rId4" Type="http://schemas.openxmlformats.org/officeDocument/2006/relationships/image" Target="../media/image4.png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3" Type="http://schemas.openxmlformats.org/officeDocument/2006/relationships/tags" Target="../tags/tag209.xml"/><Relationship Id="rId12" Type="http://schemas.openxmlformats.org/officeDocument/2006/relationships/tags" Target="../tags/tag208.xml"/><Relationship Id="rId11" Type="http://schemas.openxmlformats.org/officeDocument/2006/relationships/tags" Target="../tags/tag207.xml"/><Relationship Id="rId10" Type="http://schemas.openxmlformats.org/officeDocument/2006/relationships/tags" Target="../tags/tag206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tags" Target="../tags/tag210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223.xml"/><Relationship Id="rId8" Type="http://schemas.openxmlformats.org/officeDocument/2006/relationships/tags" Target="../tags/tag222.xml"/><Relationship Id="rId7" Type="http://schemas.openxmlformats.org/officeDocument/2006/relationships/tags" Target="../tags/tag221.xml"/><Relationship Id="rId6" Type="http://schemas.openxmlformats.org/officeDocument/2006/relationships/tags" Target="../tags/tag220.xml"/><Relationship Id="rId5" Type="http://schemas.openxmlformats.org/officeDocument/2006/relationships/tags" Target="../tags/tag219.xml"/><Relationship Id="rId4" Type="http://schemas.openxmlformats.org/officeDocument/2006/relationships/tags" Target="../tags/tag218.xml"/><Relationship Id="rId3" Type="http://schemas.openxmlformats.org/officeDocument/2006/relationships/tags" Target="../tags/tag217.xml"/><Relationship Id="rId2" Type="http://schemas.openxmlformats.org/officeDocument/2006/relationships/tags" Target="../tags/tag216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230.xml"/><Relationship Id="rId3" Type="http://schemas.openxmlformats.org/officeDocument/2006/relationships/tags" Target="../tags/tag229.xml"/><Relationship Id="rId2" Type="http://schemas.openxmlformats.org/officeDocument/2006/relationships/tags" Target="../tags/tag228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234.xml"/><Relationship Id="rId4" Type="http://schemas.openxmlformats.org/officeDocument/2006/relationships/tags" Target="../tags/tag233.xml"/><Relationship Id="rId3" Type="http://schemas.openxmlformats.org/officeDocument/2006/relationships/tags" Target="../tags/tag232.xml"/><Relationship Id="rId2" Type="http://schemas.openxmlformats.org/officeDocument/2006/relationships/tags" Target="../tags/tag231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239.xml"/><Relationship Id="rId5" Type="http://schemas.openxmlformats.org/officeDocument/2006/relationships/tags" Target="../tags/tag238.xml"/><Relationship Id="rId4" Type="http://schemas.openxmlformats.org/officeDocument/2006/relationships/tags" Target="../tags/tag237.xml"/><Relationship Id="rId3" Type="http://schemas.openxmlformats.org/officeDocument/2006/relationships/tags" Target="../tags/tag236.xml"/><Relationship Id="rId2" Type="http://schemas.openxmlformats.org/officeDocument/2006/relationships/tags" Target="../tags/tag235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245.xml"/><Relationship Id="rId8" Type="http://schemas.openxmlformats.org/officeDocument/2006/relationships/tags" Target="../tags/tag244.xml"/><Relationship Id="rId7" Type="http://schemas.openxmlformats.org/officeDocument/2006/relationships/tags" Target="../tags/tag243.xml"/><Relationship Id="rId6" Type="http://schemas.openxmlformats.org/officeDocument/2006/relationships/image" Target="../media/image5.png"/><Relationship Id="rId5" Type="http://schemas.openxmlformats.org/officeDocument/2006/relationships/tags" Target="../tags/tag242.xml"/><Relationship Id="rId4" Type="http://schemas.openxmlformats.org/officeDocument/2006/relationships/image" Target="../media/image4.png"/><Relationship Id="rId3" Type="http://schemas.openxmlformats.org/officeDocument/2006/relationships/tags" Target="../tags/tag241.xml"/><Relationship Id="rId2" Type="http://schemas.openxmlformats.org/officeDocument/2006/relationships/tags" Target="../tags/tag240.xml"/><Relationship Id="rId15" Type="http://schemas.openxmlformats.org/officeDocument/2006/relationships/tags" Target="../tags/tag251.xml"/><Relationship Id="rId14" Type="http://schemas.openxmlformats.org/officeDocument/2006/relationships/tags" Target="../tags/tag250.xml"/><Relationship Id="rId13" Type="http://schemas.openxmlformats.org/officeDocument/2006/relationships/tags" Target="../tags/tag249.xml"/><Relationship Id="rId12" Type="http://schemas.openxmlformats.org/officeDocument/2006/relationships/tags" Target="../tags/tag248.xml"/><Relationship Id="rId11" Type="http://schemas.openxmlformats.org/officeDocument/2006/relationships/tags" Target="../tags/tag247.xml"/><Relationship Id="rId10" Type="http://schemas.openxmlformats.org/officeDocument/2006/relationships/tags" Target="../tags/tag246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" Type="http://schemas.openxmlformats.org/officeDocument/2006/relationships/tags" Target="../tags/tag252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矩形 8"/>
          <p:cNvSpPr/>
          <p:nvPr userDrawn="1"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1163955" y="523875"/>
            <a:ext cx="6628130" cy="3411855"/>
          </a:xfrm>
        </p:spPr>
        <p:txBody>
          <a:bodyPr wrap="square" anchor="b">
            <a:normAutofit/>
          </a:bodyPr>
          <a:lstStyle>
            <a:lvl1pPr marL="0" indent="0" algn="l" eaLnBrk="1" fontAlgn="auto" latinLnBrk="0" hangingPunct="1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7"/>
            </p:custDataLst>
          </p:nvPr>
        </p:nvSpPr>
        <p:spPr/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8"/>
            </p:custDataLst>
          </p:nvPr>
        </p:nvSpPr>
        <p:spPr/>
        <p:txBody>
          <a:bodyPr>
            <a:no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Autofit/>
          </a:bodyPr>
          <a:lstStyle>
            <a:lvl1pPr>
              <a:defRPr>
                <a:latin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0"/>
            </p:custDataLst>
          </p:nvPr>
        </p:nvSpPr>
        <p:spPr>
          <a:xfrm>
            <a:off x="1163638" y="4553893"/>
            <a:ext cx="6628158" cy="106435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>
                <a:latin typeface="+mn-lt"/>
              </a:rPr>
              <a:t>Click to add text</a:t>
            </a:r>
            <a:endParaRPr lang="en-US"/>
          </a:p>
        </p:txBody>
      </p:sp>
      <p:sp>
        <p:nvSpPr>
          <p:cNvPr id="15" name="矩形 14"/>
          <p:cNvSpPr/>
          <p:nvPr userDrawn="1">
            <p:custDataLst>
              <p:tags r:id="rId11"/>
            </p:custDataLst>
          </p:nvPr>
        </p:nvSpPr>
        <p:spPr>
          <a:xfrm>
            <a:off x="1163638" y="4304430"/>
            <a:ext cx="684000" cy="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l"/>
            <a:endParaRPr lang="en-US">
              <a:solidFill>
                <a:schemeClr val="accent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2"/>
            </p:custDataLst>
          </p:nvPr>
        </p:nvSpPr>
        <p:spPr>
          <a:xfrm>
            <a:off x="271462" y="452438"/>
            <a:ext cx="11649076" cy="612457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图形 3"/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2192000" cy="3501234"/>
          </a:xfrm>
          <a:custGeom>
            <a:avLst/>
            <a:gdLst>
              <a:gd name="connsiteX0" fmla="*/ 0 w 12192000"/>
              <a:gd name="connsiteY0" fmla="*/ 2699336 h 4235386"/>
              <a:gd name="connsiteX1" fmla="*/ 0 w 12192000"/>
              <a:gd name="connsiteY1" fmla="*/ 0 h 4235386"/>
              <a:gd name="connsiteX2" fmla="*/ 12192000 w 12192000"/>
              <a:gd name="connsiteY2" fmla="*/ 0 h 4235386"/>
              <a:gd name="connsiteX3" fmla="*/ 12192000 w 12192000"/>
              <a:gd name="connsiteY3" fmla="*/ 2699336 h 4235386"/>
              <a:gd name="connsiteX4" fmla="*/ 6096000 w 12192000"/>
              <a:gd name="connsiteY4" fmla="*/ 4235386 h 4235386"/>
              <a:gd name="connsiteX5" fmla="*/ 0 w 12192000"/>
              <a:gd name="connsiteY5" fmla="*/ 2699336 h 4235386"/>
              <a:gd name="connsiteX0-1" fmla="*/ 0 w 12192000"/>
              <a:gd name="connsiteY0-2" fmla="*/ 2699336 h 4094834"/>
              <a:gd name="connsiteX1-3" fmla="*/ 0 w 12192000"/>
              <a:gd name="connsiteY1-4" fmla="*/ 0 h 4094834"/>
              <a:gd name="connsiteX2-5" fmla="*/ 12192000 w 12192000"/>
              <a:gd name="connsiteY2-6" fmla="*/ 0 h 4094834"/>
              <a:gd name="connsiteX3-7" fmla="*/ 12192000 w 12192000"/>
              <a:gd name="connsiteY3-8" fmla="*/ 2699336 h 4094834"/>
              <a:gd name="connsiteX4-9" fmla="*/ 6102395 w 12192000"/>
              <a:gd name="connsiteY4-10" fmla="*/ 4094834 h 4094834"/>
              <a:gd name="connsiteX5-11" fmla="*/ 0 w 12192000"/>
              <a:gd name="connsiteY5-12" fmla="*/ 2699336 h 4094834"/>
              <a:gd name="connsiteX0-13" fmla="*/ 0 w 12192000"/>
              <a:gd name="connsiteY0-14" fmla="*/ 2699336 h 4094834"/>
              <a:gd name="connsiteX1-15" fmla="*/ 0 w 12192000"/>
              <a:gd name="connsiteY1-16" fmla="*/ 0 h 4094834"/>
              <a:gd name="connsiteX2-17" fmla="*/ 12192000 w 12192000"/>
              <a:gd name="connsiteY2-18" fmla="*/ 0 h 4094834"/>
              <a:gd name="connsiteX3-19" fmla="*/ 12192000 w 12192000"/>
              <a:gd name="connsiteY3-20" fmla="*/ 2699336 h 4094834"/>
              <a:gd name="connsiteX4-21" fmla="*/ 6102395 w 12192000"/>
              <a:gd name="connsiteY4-22" fmla="*/ 4094834 h 4094834"/>
              <a:gd name="connsiteX5-23" fmla="*/ 0 w 12192000"/>
              <a:gd name="connsiteY5-24" fmla="*/ 2699336 h 4094834"/>
              <a:gd name="connsiteX0-25" fmla="*/ 0 w 12192000"/>
              <a:gd name="connsiteY0-26" fmla="*/ 2699336 h 4094834"/>
              <a:gd name="connsiteX1-27" fmla="*/ 0 w 12192000"/>
              <a:gd name="connsiteY1-28" fmla="*/ 0 h 4094834"/>
              <a:gd name="connsiteX2-29" fmla="*/ 12192000 w 12192000"/>
              <a:gd name="connsiteY2-30" fmla="*/ 0 h 4094834"/>
              <a:gd name="connsiteX3-31" fmla="*/ 12192000 w 12192000"/>
              <a:gd name="connsiteY3-32" fmla="*/ 2699336 h 4094834"/>
              <a:gd name="connsiteX4-33" fmla="*/ 6102395 w 12192000"/>
              <a:gd name="connsiteY4-34" fmla="*/ 4094834 h 4094834"/>
              <a:gd name="connsiteX5-35" fmla="*/ 0 w 12192000"/>
              <a:gd name="connsiteY5-36" fmla="*/ 2699336 h 4094834"/>
              <a:gd name="connsiteX0-37" fmla="*/ 0 w 12192000"/>
              <a:gd name="connsiteY0-38" fmla="*/ 2699336 h 4094834"/>
              <a:gd name="connsiteX1-39" fmla="*/ 0 w 12192000"/>
              <a:gd name="connsiteY1-40" fmla="*/ 0 h 4094834"/>
              <a:gd name="connsiteX2-41" fmla="*/ 12192000 w 12192000"/>
              <a:gd name="connsiteY2-42" fmla="*/ 0 h 4094834"/>
              <a:gd name="connsiteX3-43" fmla="*/ 12192000 w 12192000"/>
              <a:gd name="connsiteY3-44" fmla="*/ 2699336 h 4094834"/>
              <a:gd name="connsiteX4-45" fmla="*/ 6102395 w 12192000"/>
              <a:gd name="connsiteY4-46" fmla="*/ 4094834 h 4094834"/>
              <a:gd name="connsiteX5-47" fmla="*/ 0 w 12192000"/>
              <a:gd name="connsiteY5-48" fmla="*/ 2699336 h 4094834"/>
              <a:gd name="connsiteX0-49" fmla="*/ 0 w 12192000"/>
              <a:gd name="connsiteY0-50" fmla="*/ 2699336 h 4050449"/>
              <a:gd name="connsiteX1-51" fmla="*/ 0 w 12192000"/>
              <a:gd name="connsiteY1-52" fmla="*/ 0 h 4050449"/>
              <a:gd name="connsiteX2-53" fmla="*/ 12192000 w 12192000"/>
              <a:gd name="connsiteY2-54" fmla="*/ 0 h 4050449"/>
              <a:gd name="connsiteX3-55" fmla="*/ 12192000 w 12192000"/>
              <a:gd name="connsiteY3-56" fmla="*/ 2699336 h 4050449"/>
              <a:gd name="connsiteX4-57" fmla="*/ 6108789 w 12192000"/>
              <a:gd name="connsiteY4-58" fmla="*/ 4050449 h 4050449"/>
              <a:gd name="connsiteX5-59" fmla="*/ 0 w 12192000"/>
              <a:gd name="connsiteY5-60" fmla="*/ 2699336 h 40504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2192000" h="4050449">
                <a:moveTo>
                  <a:pt x="0" y="2699336"/>
                </a:moveTo>
                <a:lnTo>
                  <a:pt x="0" y="0"/>
                </a:lnTo>
                <a:lnTo>
                  <a:pt x="12192000" y="0"/>
                </a:lnTo>
                <a:lnTo>
                  <a:pt x="12192000" y="2699336"/>
                </a:lnTo>
                <a:cubicBezTo>
                  <a:pt x="9432701" y="3723367"/>
                  <a:pt x="8193585" y="4050449"/>
                  <a:pt x="6108789" y="4050449"/>
                </a:cubicBezTo>
                <a:cubicBezTo>
                  <a:pt x="4023993" y="4050449"/>
                  <a:pt x="2759319" y="3723367"/>
                  <a:pt x="0" y="2699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38000">
                <a:schemeClr val="accent2">
                  <a:lumMod val="50000"/>
                </a:schemeClr>
              </a:gs>
            </a:gsLst>
            <a:lin ang="8100000" scaled="1"/>
            <a:tileRect/>
          </a:gradFill>
          <a:ln w="47625"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 userDrawn="1">
            <p:custDataLst>
              <p:tags r:id="rId4"/>
            </p:custDataLst>
          </p:nvPr>
        </p:nvSpPr>
        <p:spPr>
          <a:xfrm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77111" y="1273862"/>
            <a:ext cx="10437779" cy="1081088"/>
          </a:xfrm>
        </p:spPr>
        <p:txBody>
          <a:bodyPr wrap="square" anchor="b">
            <a:normAutofit/>
          </a:bodyPr>
          <a:lstStyle>
            <a:lvl1pPr algn="ctr">
              <a:defRPr sz="44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萤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81355" y="2541270"/>
            <a:ext cx="10829925" cy="1536700"/>
          </a:xfrm>
        </p:spPr>
        <p:txBody>
          <a:bodyPr wrap="square" anchor="t">
            <a:normAutofit/>
          </a:bodyPr>
          <a:lstStyle>
            <a:lvl1pPr algn="ctr">
              <a:defRPr sz="40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681355" y="136525"/>
            <a:ext cx="10829925" cy="2277110"/>
          </a:xfrm>
        </p:spPr>
        <p:txBody>
          <a:bodyPr wrap="none" anchor="b">
            <a:normAutofit/>
          </a:bodyPr>
          <a:lstStyle>
            <a:lvl1pPr marL="0" indent="0" algn="ctr">
              <a:buNone/>
              <a:defRPr sz="8000" b="1">
                <a:solidFill>
                  <a:schemeClr val="lt1">
                    <a:lumMod val="100000"/>
                  </a:schemeClr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4800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315602" y="1235075"/>
            <a:ext cx="5181600" cy="48990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46687"/>
            <a:ext cx="5157787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4800" y="1862051"/>
            <a:ext cx="5157787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311612" y="1246687"/>
            <a:ext cx="5183188" cy="540000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311612" y="1862051"/>
            <a:ext cx="5183188" cy="4272049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anchor="b" anchorCtr="0">
            <a:normAutofit/>
          </a:bodyPr>
          <a:lstStyle>
            <a:lvl1pPr algn="l">
              <a:defRPr>
                <a:latin typeface="+mj-lt"/>
                <a:sym typeface="+mj-ea"/>
              </a:defRPr>
            </a:lvl1pPr>
          </a:lstStyle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81038" y="360000"/>
            <a:ext cx="10813762" cy="581760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4800" y="360000"/>
            <a:ext cx="10800000" cy="720000"/>
          </a:xfrm>
        </p:spPr>
        <p:txBody>
          <a:bodyPr vert="horz" wrap="square" lIns="0" tIns="0" rIns="0" bIns="0" rtlCol="0" anchor="b" anchorCtr="0">
            <a:normAutofit/>
          </a:bodyPr>
          <a:lstStyle>
            <a:lvl1pPr algn="l"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4800" y="1235075"/>
            <a:ext cx="10800000" cy="57600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>
                <a:latin typeface="+mj-lt"/>
              </a:rPr>
              <a:t>Click to add text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电脑的屏幕&#10;&#10;中度可信度描述已自动生成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>
            <p:custDataLst>
              <p:tags r:id="rId4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0"/>
                </a:schemeClr>
              </a:gs>
              <a:gs pos="43000">
                <a:schemeClr val="accent2">
                  <a:lumMod val="50000"/>
                  <a:alpha val="2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矩形 10"/>
          <p:cNvSpPr/>
          <p:nvPr>
            <p:custDataLst>
              <p:tags r:id="rId5"/>
            </p:custDataLst>
          </p:nvPr>
        </p:nvSpPr>
        <p:spPr>
          <a:xfrm flipV="1">
            <a:off x="271462" y="366712"/>
            <a:ext cx="11649076" cy="6210301"/>
          </a:xfrm>
          <a:prstGeom prst="rect">
            <a:avLst/>
          </a:prstGeom>
          <a:noFill/>
          <a:ln>
            <a:gradFill>
              <a:gsLst>
                <a:gs pos="0">
                  <a:schemeClr val="accent1">
                    <a:lumMod val="20000"/>
                    <a:lumOff val="80000"/>
                    <a:alpha val="20000"/>
                  </a:schemeClr>
                </a:gs>
                <a:gs pos="34000">
                  <a:schemeClr val="accent2">
                    <a:alpha val="0"/>
                  </a:schemeClr>
                </a:gs>
              </a:gsLst>
              <a:lin ang="7800000" scaled="0"/>
            </a:gradFill>
          </a:ln>
          <a:effectLst>
            <a:outerShdw blurRad="330200" dist="38100" dir="5400000" algn="t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6"/>
            </p:custDataLst>
          </p:nvPr>
        </p:nvSpPr>
        <p:spPr>
          <a:xfrm>
            <a:off x="681038" y="280987"/>
            <a:ext cx="10829924" cy="3148013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lt1">
                    <a:lumMod val="100000"/>
                  </a:schemeClr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连接符 38"/>
          <p:cNvCxnSpPr/>
          <p:nvPr userDrawn="1">
            <p:custDataLst>
              <p:tags r:id="rId2"/>
            </p:custDataLst>
          </p:nvPr>
        </p:nvCxnSpPr>
        <p:spPr>
          <a:xfrm>
            <a:off x="9105265" y="58674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 userDrawn="1">
            <p:custDataLst>
              <p:tags r:id="rId3"/>
            </p:custDataLst>
          </p:nvPr>
        </p:nvCxnSpPr>
        <p:spPr>
          <a:xfrm>
            <a:off x="9105265" y="64516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 userDrawn="1">
            <p:custDataLst>
              <p:tags r:id="rId4"/>
            </p:custDataLst>
          </p:nvPr>
        </p:nvCxnSpPr>
        <p:spPr>
          <a:xfrm>
            <a:off x="9105265" y="70358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副标题"/>
          <p:cNvSpPr>
            <a:spLocks noGrp="1"/>
          </p:cNvSpPr>
          <p:nvPr>
            <p:ph type="body" idx="32" hasCustomPrompt="1"/>
            <p:custDataLst>
              <p:tags r:id="rId5"/>
            </p:custDataLst>
          </p:nvPr>
        </p:nvSpPr>
        <p:spPr>
          <a:xfrm>
            <a:off x="1689735" y="2755316"/>
            <a:ext cx="7549515" cy="67754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Tx/>
              <a:buNone/>
              <a:defRPr kumimoji="0" lang="en-US" sz="2000" b="1" i="0" u="none" strike="noStrike" kern="1200" cap="none" spc="0" normalizeH="0" baseline="0" noProof="1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7" name="标题"/>
          <p:cNvSpPr>
            <a:spLocks noGrp="1"/>
          </p:cNvSpPr>
          <p:nvPr>
            <p:ph type="title" idx="31" hasCustomPrompt="1"/>
            <p:custDataLst>
              <p:tags r:id="rId6"/>
            </p:custDataLst>
          </p:nvPr>
        </p:nvSpPr>
        <p:spPr>
          <a:xfrm>
            <a:off x="1689735" y="98425"/>
            <a:ext cx="9169400" cy="2653665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000" b="1" i="0" u="none" strike="noStrike" kern="1200" cap="none" spc="0" normalizeH="0" baseline="0" noProof="1" smtClean="0">
                <a:ln>
                  <a:noFill/>
                  <a:prstDash val="sysDot"/>
                </a:ln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dirty="0"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11" name="椭圆 10"/>
          <p:cNvSpPr/>
          <p:nvPr userDrawn="1">
            <p:custDataLst>
              <p:tags r:id="rId7"/>
            </p:custDataLst>
          </p:nvPr>
        </p:nvSpPr>
        <p:spPr>
          <a:xfrm>
            <a:off x="2440305" y="3308985"/>
            <a:ext cx="71755" cy="71755"/>
          </a:xfrm>
          <a:prstGeom prst="ellipse">
            <a:avLst/>
          </a:prstGeom>
          <a:solidFill>
            <a:schemeClr val="bg1"/>
          </a:soli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35" name="椭圆 34"/>
          <p:cNvSpPr/>
          <p:nvPr userDrawn="1">
            <p:custDataLst>
              <p:tags r:id="rId11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任意多边形 2"/>
          <p:cNvSpPr/>
          <p:nvPr userDrawn="1">
            <p:custDataLst>
              <p:tags r:id="rId12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任意多边形 39"/>
          <p:cNvSpPr/>
          <p:nvPr userDrawn="1">
            <p:custDataLst>
              <p:tags r:id="rId13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任意多边形 40"/>
          <p:cNvSpPr/>
          <p:nvPr userDrawn="1">
            <p:custDataLst>
              <p:tags r:id="rId14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任意多边形 41"/>
          <p:cNvSpPr/>
          <p:nvPr userDrawn="1">
            <p:custDataLst>
              <p:tags r:id="rId15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椭圆 42"/>
          <p:cNvSpPr/>
          <p:nvPr userDrawn="1">
            <p:custDataLst>
              <p:tags r:id="rId16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椭圆 43"/>
          <p:cNvSpPr/>
          <p:nvPr userDrawn="1">
            <p:custDataLst>
              <p:tags r:id="rId17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椭圆 44"/>
          <p:cNvSpPr/>
          <p:nvPr userDrawn="1">
            <p:custDataLst>
              <p:tags r:id="rId18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署名占位符 10"/>
          <p:cNvSpPr>
            <a:spLocks noGrp="1"/>
          </p:cNvSpPr>
          <p:nvPr>
            <p:ph type="body" sz="quarter" idx="17" hasCustomPrompt="1"/>
            <p:custDataLst>
              <p:tags r:id="rId19"/>
            </p:custDataLst>
          </p:nvPr>
        </p:nvSpPr>
        <p:spPr>
          <a:xfrm>
            <a:off x="1783715" y="3472865"/>
            <a:ext cx="1574800" cy="455929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spc="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9" name="矩形: 剪去对角 8"/>
          <p:cNvSpPr/>
          <p:nvPr userDrawn="1">
            <p:custDataLst>
              <p:tags r:id="rId20"/>
            </p:custDataLst>
          </p:nvPr>
        </p:nvSpPr>
        <p:spPr>
          <a:xfrm>
            <a:off x="1783715" y="3485564"/>
            <a:ext cx="1574800" cy="455930"/>
          </a:xfrm>
          <a:prstGeom prst="snip2Diag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marR="0" lvl="0" indent="-228600" algn="ctr" fontAlgn="auto">
              <a:lnSpc>
                <a:spcPct val="110000"/>
              </a:lnSpc>
              <a:spcBef>
                <a:spcPts val="1000"/>
              </a:spcBef>
              <a:buClrTx/>
              <a:buSzTx/>
              <a:buFontTx/>
              <a:buNone/>
            </a:pPr>
            <a:endParaRPr kumimoji="0" lang="en-US" sz="1400" b="0" i="0" u="none" strike="noStrike" cap="none" spc="0" normalizeH="0" baseline="0" noProof="1">
              <a:ln>
                <a:noFill/>
                <a:prstDash val="sysDot"/>
              </a:ln>
              <a:solidFill>
                <a:schemeClr val="accent1"/>
              </a:solidFill>
              <a:uFillTx/>
              <a:latin typeface="+mj-lt"/>
              <a:sym typeface="+mn-l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文"/>
          <p:cNvSpPr txBox="1">
            <a:spLocks noGrp="1"/>
          </p:cNvSpPr>
          <p:nvPr>
            <p:ph idx="2" hasCustomPrompt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>
              <a:defRPr sz="1800" u="none" strike="noStrike" kern="1200" cap="none" spc="0" normalizeH="0"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>
              <a:defRPr sz="1600">
                <a:latin typeface="+mn-lt"/>
                <a:sym typeface="+mn-ea"/>
              </a:defRPr>
            </a:lvl2pPr>
            <a:lvl3pPr>
              <a:defRPr sz="1600">
                <a:latin typeface="+mn-lt"/>
                <a:sym typeface="+mn-ea"/>
              </a:defRPr>
            </a:lvl3pPr>
            <a:lvl4pPr>
              <a:defRPr sz="1400">
                <a:latin typeface="+mn-lt"/>
                <a:sym typeface="+mn-ea"/>
              </a:defRPr>
            </a:lvl4pPr>
            <a:lvl5pPr>
              <a:defRPr sz="1400">
                <a:latin typeface="+mn-lt"/>
                <a:sym typeface="+mn-ea"/>
              </a:defRPr>
            </a:lvl5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"/>
          <p:cNvSpPr txBox="1">
            <a:spLocks noGrp="1"/>
          </p:cNvSpPr>
          <p:nvPr>
            <p:ph type="title" idx="13" hasCustomPrompt="1"/>
            <p:custDataLst>
              <p:tags r:id="rId2"/>
            </p:custDataLst>
          </p:nvPr>
        </p:nvSpPr>
        <p:spPr>
          <a:xfrm>
            <a:off x="429895" y="454025"/>
            <a:ext cx="6546801" cy="1016635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400" b="1" i="0" u="none" strike="noStrike" kern="1200" cap="none" spc="0" normalizeH="0" baseline="0" noProof="1" dirty="0">
                <a:solidFill>
                  <a:schemeClr val="accent1"/>
                </a:solidFill>
                <a:effectLst/>
                <a:latin typeface="+mj-lt"/>
                <a:sym typeface="+mn-ea"/>
              </a:defRPr>
            </a:lvl1pPr>
          </a:lstStyle>
          <a:p>
            <a:pPr lvl="0">
              <a:lnSpc>
                <a:spcPct val="100000"/>
              </a:lnSpc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14" name="矩形 13"/>
          <p:cNvSpPr/>
          <p:nvPr userDrawn="1">
            <p:custDataLst>
              <p:tags r:id="rId6"/>
            </p:custDataLst>
          </p:nvPr>
        </p:nvSpPr>
        <p:spPr>
          <a:xfrm flipH="1">
            <a:off x="8221980" y="6144260"/>
            <a:ext cx="904875" cy="492125"/>
          </a:xfrm>
          <a:prstGeom prst="rect">
            <a:avLst/>
          </a:prstGeom>
          <a:solidFill>
            <a:schemeClr val="accent1">
              <a:lumMod val="60000"/>
              <a:lumOff val="40000"/>
              <a:alpha val="4000"/>
            </a:schemeClr>
          </a:solidFill>
          <a:ln>
            <a:noFill/>
            <a:prstDash val="solid"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矩形 16"/>
          <p:cNvSpPr/>
          <p:nvPr userDrawn="1">
            <p:custDataLst>
              <p:tags r:id="rId7"/>
            </p:custDataLst>
          </p:nvPr>
        </p:nvSpPr>
        <p:spPr>
          <a:xfrm flipH="1">
            <a:off x="7935595" y="6430010"/>
            <a:ext cx="676910" cy="330200"/>
          </a:xfrm>
          <a:prstGeom prst="rect">
            <a:avLst/>
          </a:prstGeom>
          <a:solidFill>
            <a:schemeClr val="accent1">
              <a:lumMod val="60000"/>
              <a:lumOff val="40000"/>
              <a:alpha val="5000"/>
            </a:schemeClr>
          </a:solidFill>
          <a:ln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椭圆 17"/>
          <p:cNvSpPr/>
          <p:nvPr userDrawn="1">
            <p:custDataLst>
              <p:tags r:id="rId8"/>
            </p:custDataLst>
          </p:nvPr>
        </p:nvSpPr>
        <p:spPr>
          <a:xfrm flipH="1">
            <a:off x="6774815" y="475234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椭圆 18"/>
          <p:cNvSpPr>
            <a:spLocks noChangeAspect="1"/>
          </p:cNvSpPr>
          <p:nvPr userDrawn="1">
            <p:custDataLst>
              <p:tags r:id="rId9"/>
            </p:custDataLst>
          </p:nvPr>
        </p:nvSpPr>
        <p:spPr>
          <a:xfrm flipH="1">
            <a:off x="9277985" y="6059170"/>
            <a:ext cx="144145" cy="144145"/>
          </a:xfrm>
          <a:prstGeom prst="ellipse">
            <a:avLst/>
          </a:prstGeom>
          <a:noFill/>
          <a:ln w="25400">
            <a:solidFill>
              <a:schemeClr val="accent2">
                <a:alpha val="12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任意多边形 19"/>
          <p:cNvSpPr/>
          <p:nvPr userDrawn="1">
            <p:custDataLst>
              <p:tags r:id="rId10"/>
            </p:custDataLst>
          </p:nvPr>
        </p:nvSpPr>
        <p:spPr>
          <a:xfrm flipH="1">
            <a:off x="2540" y="472440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任意多边形 20"/>
          <p:cNvSpPr/>
          <p:nvPr userDrawn="1">
            <p:custDataLst>
              <p:tags r:id="rId11"/>
            </p:custDataLst>
          </p:nvPr>
        </p:nvSpPr>
        <p:spPr>
          <a:xfrm flipH="1">
            <a:off x="1270" y="501015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任意多边形 21"/>
          <p:cNvSpPr/>
          <p:nvPr userDrawn="1">
            <p:custDataLst>
              <p:tags r:id="rId12"/>
            </p:custDataLst>
          </p:nvPr>
        </p:nvSpPr>
        <p:spPr>
          <a:xfrm flipH="1">
            <a:off x="1270" y="523176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任意多边形 22"/>
          <p:cNvSpPr/>
          <p:nvPr userDrawn="1">
            <p:custDataLst>
              <p:tags r:id="rId13"/>
            </p:custDataLst>
          </p:nvPr>
        </p:nvSpPr>
        <p:spPr>
          <a:xfrm flipH="1">
            <a:off x="2540" y="548449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椭圆 23"/>
          <p:cNvSpPr/>
          <p:nvPr userDrawn="1">
            <p:custDataLst>
              <p:tags r:id="rId14"/>
            </p:custDataLst>
          </p:nvPr>
        </p:nvSpPr>
        <p:spPr>
          <a:xfrm flipH="1">
            <a:off x="4275455" y="631063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椭圆 24"/>
          <p:cNvSpPr/>
          <p:nvPr userDrawn="1">
            <p:custDataLst>
              <p:tags r:id="rId15"/>
            </p:custDataLst>
          </p:nvPr>
        </p:nvSpPr>
        <p:spPr>
          <a:xfrm flipH="1">
            <a:off x="10067290" y="555244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椭圆 25"/>
          <p:cNvSpPr/>
          <p:nvPr userDrawn="1">
            <p:custDataLst>
              <p:tags r:id="rId16"/>
            </p:custDataLst>
          </p:nvPr>
        </p:nvSpPr>
        <p:spPr>
          <a:xfrm flipH="1">
            <a:off x="1334770" y="613854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"/>
          <p:cNvSpPr txBox="1">
            <a:spLocks noGrp="1"/>
          </p:cNvSpPr>
          <p:nvPr>
            <p:ph type="title" idx="13" hasCustomPrompt="1"/>
            <p:custDataLst>
              <p:tags r:id="rId2"/>
            </p:custDataLst>
          </p:nvPr>
        </p:nvSpPr>
        <p:spPr>
          <a:xfrm>
            <a:off x="3891280" y="1578610"/>
            <a:ext cx="6968490" cy="210185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400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sym typeface="+mn-ea"/>
              </a:defRPr>
            </a:lvl1pPr>
          </a:lstStyle>
          <a:p>
            <a:pPr lvl="0" algn="l">
              <a:buClrTx/>
              <a:buSzTx/>
              <a:buFontTx/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5" name="节编号"/>
          <p:cNvSpPr txBox="1">
            <a:spLocks noGrp="1"/>
          </p:cNvSpPr>
          <p:nvPr>
            <p:ph type="body" idx="9" hasCustomPrompt="1"/>
            <p:custDataLst>
              <p:tags r:id="rId3"/>
            </p:custDataLst>
          </p:nvPr>
        </p:nvSpPr>
        <p:spPr>
          <a:xfrm>
            <a:off x="577850" y="1579880"/>
            <a:ext cx="3261995" cy="2100580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 anchorCtr="0">
            <a:normAutofit/>
          </a:bodyPr>
          <a:lstStyle>
            <a:defPPr>
              <a:defRPr lang="en-US">
                <a:latin typeface="+mn-lt"/>
              </a:defRPr>
            </a:defPPr>
            <a:lvl1pPr marL="0" marR="0" lvl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1500" b="0" i="0" u="none" strike="noStrike" kern="1200" cap="none" spc="0" normalizeH="0" baseline="0" noProof="1" dirty="0">
                <a:ln w="12700" cmpd="sng">
                  <a:solidFill>
                    <a:schemeClr val="accent1"/>
                  </a:solidFill>
                  <a:prstDash val="solid"/>
                </a:ln>
                <a:noFill/>
                <a:latin typeface="+mn-lt"/>
                <a:sym typeface="+mn-ea"/>
              </a:defRPr>
            </a:lvl1pPr>
          </a:lstStyle>
          <a:p>
            <a:pPr lvl="0" algn="r">
              <a:buClrTx/>
              <a:buSzTx/>
              <a:buFontTx/>
            </a:pPr>
            <a:r>
              <a:rPr dirty="0" err="1">
                <a:latin typeface="+mn-lt"/>
                <a:sym typeface="+mn-ea"/>
              </a:rPr>
              <a:t> text</a:t>
            </a:r>
            <a:endParaRPr dirty="0" err="1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51" name="椭圆 50"/>
          <p:cNvSpPr/>
          <p:nvPr userDrawn="1">
            <p:custDataLst>
              <p:tags r:id="rId7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任意多边形 51"/>
          <p:cNvSpPr/>
          <p:nvPr userDrawn="1">
            <p:custDataLst>
              <p:tags r:id="rId8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任意多边形 52"/>
          <p:cNvSpPr/>
          <p:nvPr userDrawn="1">
            <p:custDataLst>
              <p:tags r:id="rId9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任意多边形 53"/>
          <p:cNvSpPr/>
          <p:nvPr userDrawn="1">
            <p:custDataLst>
              <p:tags r:id="rId10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任意多边形 54"/>
          <p:cNvSpPr/>
          <p:nvPr userDrawn="1">
            <p:custDataLst>
              <p:tags r:id="rId11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椭圆 55"/>
          <p:cNvSpPr/>
          <p:nvPr userDrawn="1">
            <p:custDataLst>
              <p:tags r:id="rId12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椭圆 56"/>
          <p:cNvSpPr/>
          <p:nvPr userDrawn="1">
            <p:custDataLst>
              <p:tags r:id="rId13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椭圆 57"/>
          <p:cNvSpPr/>
          <p:nvPr userDrawn="1">
            <p:custDataLst>
              <p:tags r:id="rId14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Sp="0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文"/>
          <p:cNvSpPr txBox="1">
            <a:spLocks noGrp="1"/>
          </p:cNvSpPr>
          <p:nvPr>
            <p:ph idx="3" hasCustomPrompt="1"/>
            <p:custDataLst>
              <p:tags r:id="rId2"/>
            </p:custDataLst>
          </p:nvPr>
        </p:nvSpPr>
        <p:spPr>
          <a:xfrm>
            <a:off x="6400805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9" name="正文"/>
          <p:cNvSpPr txBox="1">
            <a:spLocks noGrp="1"/>
          </p:cNvSpPr>
          <p:nvPr>
            <p:ph idx="2" hasCustomPrompt="1"/>
            <p:custDataLst>
              <p:tags r:id="rId3"/>
            </p:custDataLst>
          </p:nvPr>
        </p:nvSpPr>
        <p:spPr>
          <a:xfrm>
            <a:off x="608400" y="1490357"/>
            <a:ext cx="5176800" cy="4759236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1" hasCustomPrompt="1"/>
            <p:custDataLst>
              <p:tags r:id="rId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Sp="0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文"/>
          <p:cNvSpPr txBox="1">
            <a:spLocks noGrp="1"/>
          </p:cNvSpPr>
          <p:nvPr>
            <p:ph idx="5" hasCustomPrompt="1"/>
            <p:custDataLst>
              <p:tags r:id="rId2"/>
            </p:custDataLst>
          </p:nvPr>
        </p:nvSpPr>
        <p:spPr>
          <a:xfrm>
            <a:off x="62352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3" name="标题"/>
          <p:cNvSpPr txBox="1">
            <a:spLocks noGrp="1"/>
          </p:cNvSpPr>
          <p:nvPr>
            <p:ph type="title" idx="4" hasCustomPrompt="1"/>
            <p:custDataLst>
              <p:tags r:id="rId3"/>
            </p:custDataLst>
          </p:nvPr>
        </p:nvSpPr>
        <p:spPr>
          <a:xfrm>
            <a:off x="6235200" y="1429200"/>
            <a:ext cx="5342400" cy="39878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2" name="正文"/>
          <p:cNvSpPr txBox="1">
            <a:spLocks noGrp="1"/>
          </p:cNvSpPr>
          <p:nvPr>
            <p:ph idx="3" hasCustomPrompt="1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11" name="标题"/>
          <p:cNvSpPr txBox="1">
            <a:spLocks noGrp="1"/>
          </p:cNvSpPr>
          <p:nvPr>
            <p:ph type="title" idx="2" hasCustomPrompt="1"/>
            <p:custDataLst>
              <p:tags r:id="rId5"/>
            </p:custDataLst>
          </p:nvPr>
        </p:nvSpPr>
        <p:spPr>
          <a:xfrm>
            <a:off x="608400" y="1429200"/>
            <a:ext cx="5342400" cy="39878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10" name="标题"/>
          <p:cNvSpPr txBox="1">
            <a:spLocks noGrp="1"/>
          </p:cNvSpPr>
          <p:nvPr>
            <p:ph type="title" idx="1" hasCustomPrompt="1"/>
            <p:custDataLst>
              <p:tags r:id="rId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文"/>
          <p:cNvSpPr txBox="1"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●"/>
              <a:defRPr kumimoji="0" lang="en-US" sz="1800" b="0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tx1"/>
                </a:solidFill>
                <a:uFillTx/>
                <a:latin typeface="+mn-lt"/>
                <a:sym typeface="+mn-ea"/>
              </a:defRPr>
            </a:lvl1pPr>
            <a:lvl2pPr marL="685800" marR="0" lvl="1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2pPr>
            <a:lvl3pPr marL="1143000" marR="0" lvl="2" indent="-228600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sz="16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3pPr>
            <a:lvl4pPr marL="1600200" marR="0" lvl="3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4pPr>
            <a:lvl5pPr marL="2057400" marR="0" lvl="4" indent="-228600" fontAlgn="auto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sz="1400" b="0" i="0" u="none" strike="noStrike" cap="none" spc="150" normalizeH="0" baseline="0">
                <a:solidFill>
                  <a:schemeClr val="tx1"/>
                </a:solidFill>
                <a:uFillTx/>
                <a:latin typeface="+mn-lt"/>
              </a:defRPr>
            </a:lvl5pPr>
            <a:lvl6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Sp="0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副标题"/>
          <p:cNvSpPr txBox="1">
            <a:spLocks noGrp="1"/>
          </p:cNvSpPr>
          <p:nvPr>
            <p:ph type="body" idx="2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1" i="0" u="none" strike="noStrike" kern="1200" cap="none" spc="0" normalizeH="0" baseline="0" noProof="1" dirty="0">
                <a:solidFill>
                  <a:schemeClr val="tx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3600" b="1" i="0" u="none" strike="noStrike" kern="1200" cap="none" spc="0" normalizeH="0" baseline="0" noProof="1" dirty="0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标题"/>
          <p:cNvSpPr txBox="1">
            <a:spLocks noGrp="1"/>
          </p:cNvSpPr>
          <p:nvPr>
            <p:ph type="title" idx="32" hasCustomPrompt="1"/>
            <p:custDataLst>
              <p:tags r:id="rId2"/>
            </p:custDataLst>
          </p:nvPr>
        </p:nvSpPr>
        <p:spPr>
          <a:xfrm>
            <a:off x="977900" y="1165225"/>
            <a:ext cx="6128385" cy="181356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normAutofit/>
          </a:bodyPr>
          <a:lstStyle>
            <a:defPPr>
              <a:defRPr lang="en-US">
                <a:latin typeface="+mj-lt"/>
              </a:defRPr>
            </a:defPPr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000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sym typeface="+mn-ea"/>
              </a:defRPr>
            </a:lvl1pPr>
          </a:lstStyle>
          <a:p>
            <a:pPr lvl="0" algn="l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cxnSp>
        <p:nvCxnSpPr>
          <p:cNvPr id="24" name="直接连接符 23"/>
          <p:cNvCxnSpPr/>
          <p:nvPr userDrawn="1">
            <p:custDataLst>
              <p:tags r:id="rId3"/>
            </p:custDataLst>
          </p:nvPr>
        </p:nvCxnSpPr>
        <p:spPr>
          <a:xfrm>
            <a:off x="11137265" y="59055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 userDrawn="1">
            <p:custDataLst>
              <p:tags r:id="rId4"/>
            </p:custDataLst>
          </p:nvPr>
        </p:nvCxnSpPr>
        <p:spPr>
          <a:xfrm>
            <a:off x="11137265" y="64897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 userDrawn="1">
            <p:custDataLst>
              <p:tags r:id="rId5"/>
            </p:custDataLst>
          </p:nvPr>
        </p:nvCxnSpPr>
        <p:spPr>
          <a:xfrm>
            <a:off x="11137265" y="707390"/>
            <a:ext cx="133985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/>
          <p:cNvSpPr/>
          <p:nvPr userDrawn="1">
            <p:custDataLst>
              <p:tags r:id="rId6"/>
            </p:custDataLst>
          </p:nvPr>
        </p:nvSpPr>
        <p:spPr>
          <a:xfrm flipH="1">
            <a:off x="7891780" y="3303270"/>
            <a:ext cx="71755" cy="71755"/>
          </a:xfrm>
          <a:prstGeom prst="ellipse">
            <a:avLst/>
          </a:prstGeom>
          <a:solidFill>
            <a:schemeClr val="bg1"/>
          </a:solidFill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51" name="椭圆 50"/>
          <p:cNvSpPr/>
          <p:nvPr userDrawn="1">
            <p:custDataLst>
              <p:tags r:id="rId10"/>
            </p:custDataLst>
          </p:nvPr>
        </p:nvSpPr>
        <p:spPr>
          <a:xfrm>
            <a:off x="5124450" y="4385310"/>
            <a:ext cx="295275" cy="29527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任意多边形 51"/>
          <p:cNvSpPr/>
          <p:nvPr userDrawn="1">
            <p:custDataLst>
              <p:tags r:id="rId11"/>
            </p:custDataLst>
          </p:nvPr>
        </p:nvSpPr>
        <p:spPr>
          <a:xfrm>
            <a:off x="1270" y="4357370"/>
            <a:ext cx="12190730" cy="1986280"/>
          </a:xfrm>
          <a:custGeom>
            <a:avLst/>
            <a:gdLst>
              <a:gd name="connsiteX0" fmla="*/ 0 w 19198"/>
              <a:gd name="connsiteY0" fmla="*/ 2656 h 5310"/>
              <a:gd name="connsiteX1" fmla="*/ 2567 w 19198"/>
              <a:gd name="connsiteY1" fmla="*/ 2438 h 5310"/>
              <a:gd name="connsiteX2" fmla="*/ 7450 w 19198"/>
              <a:gd name="connsiteY2" fmla="*/ 83 h 5310"/>
              <a:gd name="connsiteX3" fmla="*/ 14069 w 19198"/>
              <a:gd name="connsiteY3" fmla="*/ 5300 h 5310"/>
              <a:gd name="connsiteX4" fmla="*/ 19198 w 19198"/>
              <a:gd name="connsiteY4" fmla="*/ 3046 h 5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5311">
                <a:moveTo>
                  <a:pt x="0" y="2656"/>
                </a:moveTo>
                <a:cubicBezTo>
                  <a:pt x="432" y="2680"/>
                  <a:pt x="1077" y="2953"/>
                  <a:pt x="2567" y="2438"/>
                </a:cubicBezTo>
                <a:cubicBezTo>
                  <a:pt x="4057" y="1923"/>
                  <a:pt x="5165" y="-471"/>
                  <a:pt x="7450" y="83"/>
                </a:cubicBezTo>
                <a:cubicBezTo>
                  <a:pt x="9735" y="637"/>
                  <a:pt x="11730" y="5128"/>
                  <a:pt x="14069" y="5300"/>
                </a:cubicBezTo>
                <a:cubicBezTo>
                  <a:pt x="16408" y="5472"/>
                  <a:pt x="18305" y="3601"/>
                  <a:pt x="19198" y="3046"/>
                </a:cubicBezTo>
              </a:path>
            </a:pathLst>
          </a:custGeom>
          <a:noFill/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任意多边形 52"/>
          <p:cNvSpPr/>
          <p:nvPr userDrawn="1">
            <p:custDataLst>
              <p:tags r:id="rId12"/>
            </p:custDataLst>
          </p:nvPr>
        </p:nvSpPr>
        <p:spPr>
          <a:xfrm>
            <a:off x="2540" y="4643120"/>
            <a:ext cx="12190730" cy="1539240"/>
          </a:xfrm>
          <a:custGeom>
            <a:avLst/>
            <a:gdLst>
              <a:gd name="connsiteX0" fmla="*/ 0 w 19198"/>
              <a:gd name="connsiteY0" fmla="*/ 1171 h 2424"/>
              <a:gd name="connsiteX1" fmla="*/ 2640 w 19198"/>
              <a:gd name="connsiteY1" fmla="*/ 1211 h 2424"/>
              <a:gd name="connsiteX2" fmla="*/ 7538 w 19198"/>
              <a:gd name="connsiteY2" fmla="*/ 57 h 2424"/>
              <a:gd name="connsiteX3" fmla="*/ 14121 w 19198"/>
              <a:gd name="connsiteY3" fmla="*/ 2416 h 2424"/>
              <a:gd name="connsiteX4" fmla="*/ 19198 w 19198"/>
              <a:gd name="connsiteY4" fmla="*/ 1401 h 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2424">
                <a:moveTo>
                  <a:pt x="0" y="1171"/>
                </a:moveTo>
                <a:cubicBezTo>
                  <a:pt x="432" y="1185"/>
                  <a:pt x="1150" y="1514"/>
                  <a:pt x="2640" y="1211"/>
                </a:cubicBezTo>
                <a:cubicBezTo>
                  <a:pt x="4130" y="908"/>
                  <a:pt x="5253" y="-269"/>
                  <a:pt x="7538" y="57"/>
                </a:cubicBezTo>
                <a:cubicBezTo>
                  <a:pt x="9823" y="383"/>
                  <a:pt x="11782" y="2314"/>
                  <a:pt x="14121" y="2416"/>
                </a:cubicBezTo>
                <a:cubicBezTo>
                  <a:pt x="16460" y="2517"/>
                  <a:pt x="18305" y="1728"/>
                  <a:pt x="19198" y="1401"/>
                </a:cubicBezTo>
              </a:path>
            </a:pathLst>
          </a:custGeom>
          <a:noFill/>
          <a:ln w="19050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任意多边形 53"/>
          <p:cNvSpPr/>
          <p:nvPr userDrawn="1">
            <p:custDataLst>
              <p:tags r:id="rId13"/>
            </p:custDataLst>
          </p:nvPr>
        </p:nvSpPr>
        <p:spPr>
          <a:xfrm>
            <a:off x="2540" y="4864735"/>
            <a:ext cx="12190730" cy="1163955"/>
          </a:xfrm>
          <a:custGeom>
            <a:avLst/>
            <a:gdLst>
              <a:gd name="connsiteX0" fmla="*/ 0 w 19198"/>
              <a:gd name="connsiteY0" fmla="*/ 906 h 1833"/>
              <a:gd name="connsiteX1" fmla="*/ 2658 w 19198"/>
              <a:gd name="connsiteY1" fmla="*/ 1074 h 1833"/>
              <a:gd name="connsiteX2" fmla="*/ 7591 w 19198"/>
              <a:gd name="connsiteY2" fmla="*/ 63 h 1833"/>
              <a:gd name="connsiteX3" fmla="*/ 14175 w 19198"/>
              <a:gd name="connsiteY3" fmla="*/ 1819 h 1833"/>
              <a:gd name="connsiteX4" fmla="*/ 19198 w 19198"/>
              <a:gd name="connsiteY4" fmla="*/ 1136 h 1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833">
                <a:moveTo>
                  <a:pt x="0" y="906"/>
                </a:moveTo>
                <a:cubicBezTo>
                  <a:pt x="432" y="920"/>
                  <a:pt x="1168" y="1377"/>
                  <a:pt x="2658" y="1074"/>
                </a:cubicBezTo>
                <a:cubicBezTo>
                  <a:pt x="4148" y="771"/>
                  <a:pt x="5306" y="-263"/>
                  <a:pt x="7591" y="63"/>
                </a:cubicBezTo>
                <a:cubicBezTo>
                  <a:pt x="9876" y="389"/>
                  <a:pt x="11836" y="1717"/>
                  <a:pt x="14175" y="1819"/>
                </a:cubicBezTo>
                <a:cubicBezTo>
                  <a:pt x="16514" y="1920"/>
                  <a:pt x="18305" y="1463"/>
                  <a:pt x="19198" y="1136"/>
                </a:cubicBezTo>
              </a:path>
            </a:pathLst>
          </a:custGeom>
          <a:noFill/>
          <a:ln w="19050">
            <a:solidFill>
              <a:schemeClr val="accent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任意多边形 54"/>
          <p:cNvSpPr/>
          <p:nvPr userDrawn="1">
            <p:custDataLst>
              <p:tags r:id="rId14"/>
            </p:custDataLst>
          </p:nvPr>
        </p:nvSpPr>
        <p:spPr>
          <a:xfrm>
            <a:off x="1270" y="5117465"/>
            <a:ext cx="12190730" cy="730250"/>
          </a:xfrm>
          <a:custGeom>
            <a:avLst/>
            <a:gdLst>
              <a:gd name="connsiteX0" fmla="*/ 0 w 19198"/>
              <a:gd name="connsiteY0" fmla="*/ 606 h 1149"/>
              <a:gd name="connsiteX1" fmla="*/ 2696 w 19198"/>
              <a:gd name="connsiteY1" fmla="*/ 925 h 1149"/>
              <a:gd name="connsiteX2" fmla="*/ 7646 w 19198"/>
              <a:gd name="connsiteY2" fmla="*/ 72 h 1149"/>
              <a:gd name="connsiteX3" fmla="*/ 14265 w 19198"/>
              <a:gd name="connsiteY3" fmla="*/ 1101 h 1149"/>
              <a:gd name="connsiteX4" fmla="*/ 19198 w 19198"/>
              <a:gd name="connsiteY4" fmla="*/ 836 h 1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" h="1150">
                <a:moveTo>
                  <a:pt x="0" y="606"/>
                </a:moveTo>
                <a:cubicBezTo>
                  <a:pt x="432" y="620"/>
                  <a:pt x="1206" y="1228"/>
                  <a:pt x="2696" y="925"/>
                </a:cubicBezTo>
                <a:cubicBezTo>
                  <a:pt x="4186" y="622"/>
                  <a:pt x="5361" y="-254"/>
                  <a:pt x="7646" y="72"/>
                </a:cubicBezTo>
                <a:cubicBezTo>
                  <a:pt x="9931" y="398"/>
                  <a:pt x="11926" y="999"/>
                  <a:pt x="14265" y="1101"/>
                </a:cubicBezTo>
                <a:cubicBezTo>
                  <a:pt x="16604" y="1202"/>
                  <a:pt x="18305" y="1163"/>
                  <a:pt x="19198" y="836"/>
                </a:cubicBezTo>
              </a:path>
            </a:pathLst>
          </a:custGeom>
          <a:noFill/>
          <a:ln w="19050">
            <a:solidFill>
              <a:schemeClr val="accent1">
                <a:alpha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椭圆 55"/>
          <p:cNvSpPr/>
          <p:nvPr userDrawn="1">
            <p:custDataLst>
              <p:tags r:id="rId15"/>
            </p:custDataLst>
          </p:nvPr>
        </p:nvSpPr>
        <p:spPr>
          <a:xfrm>
            <a:off x="7679690" y="5943600"/>
            <a:ext cx="239395" cy="23939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椭圆 56"/>
          <p:cNvSpPr/>
          <p:nvPr userDrawn="1">
            <p:custDataLst>
              <p:tags r:id="rId16"/>
            </p:custDataLst>
          </p:nvPr>
        </p:nvSpPr>
        <p:spPr>
          <a:xfrm>
            <a:off x="1955165" y="5185410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椭圆 57"/>
          <p:cNvSpPr/>
          <p:nvPr userDrawn="1">
            <p:custDataLst>
              <p:tags r:id="rId17"/>
            </p:custDataLst>
          </p:nvPr>
        </p:nvSpPr>
        <p:spPr>
          <a:xfrm>
            <a:off x="10687685" y="5771515"/>
            <a:ext cx="172085" cy="172085"/>
          </a:xfrm>
          <a:prstGeom prst="ellipse">
            <a:avLst/>
          </a:prstGeom>
          <a:noFill/>
          <a:ln w="31750">
            <a:solidFill>
              <a:schemeClr val="accent1">
                <a:alpha val="36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署名占位符 10"/>
          <p:cNvSpPr>
            <a:spLocks noGrp="1"/>
          </p:cNvSpPr>
          <p:nvPr>
            <p:ph type="body" sz="quarter" idx="17" hasCustomPrompt="1"/>
            <p:custDataLst>
              <p:tags r:id="rId18"/>
            </p:custDataLst>
          </p:nvPr>
        </p:nvSpPr>
        <p:spPr>
          <a:xfrm>
            <a:off x="977900" y="2978785"/>
            <a:ext cx="1569085" cy="396240"/>
          </a:xfrm>
          <a:noFill/>
          <a:ln>
            <a:noFill/>
            <a:prstDash val="sysDash"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marR="0" indent="-22860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buClrTx/>
              <a:buSzTx/>
              <a:buFontTx/>
              <a:buNone/>
              <a:defRPr kumimoji="0" lang="en-US" sz="1400" b="0" i="0" u="none" strike="noStrike" kern="1200" cap="none" spc="0" normalizeH="0" baseline="0" noProof="1">
                <a:ln>
                  <a:noFill/>
                  <a:prstDash val="sysDot"/>
                </a:ln>
                <a:solidFill>
                  <a:schemeClr val="accent1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>
            <p:custDataLst>
              <p:tags r:id="rId2"/>
            </p:custDataLst>
          </p:nvPr>
        </p:nvSpPr>
        <p:spPr>
          <a:xfrm>
            <a:off x="635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图片 2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cxnSp>
        <p:nvCxnSpPr>
          <p:cNvPr id="32" name="直接连接符 31"/>
          <p:cNvCxnSpPr/>
          <p:nvPr userDrawn="1">
            <p:custDataLst>
              <p:tags r:id="rId7"/>
            </p:custDataLst>
          </p:nvPr>
        </p:nvCxnSpPr>
        <p:spPr>
          <a:xfrm>
            <a:off x="721895" y="5955632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直接连接符 33"/>
          <p:cNvCxnSpPr/>
          <p:nvPr userDrawn="1">
            <p:custDataLst>
              <p:tags r:id="rId8"/>
            </p:custDataLst>
          </p:nvPr>
        </p:nvCxnSpPr>
        <p:spPr>
          <a:xfrm flipH="1">
            <a:off x="6902116" y="5987716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燕尾形 56"/>
          <p:cNvSpPr/>
          <p:nvPr userDrawn="1">
            <p:custDataLst>
              <p:tags r:id="rId9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10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9" name="署名"/>
          <p:cNvSpPr txBox="1">
            <a:spLocks noGrp="1"/>
          </p:cNvSpPr>
          <p:nvPr>
            <p:ph type="body" idx="3" hasCustomPrompt="1"/>
            <p:custDataLst>
              <p:tags r:id="rId11"/>
            </p:custDataLst>
          </p:nvPr>
        </p:nvSpPr>
        <p:spPr>
          <a:xfrm>
            <a:off x="5291323" y="5744812"/>
            <a:ext cx="1609354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 algn="ctr"/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8" name="正文"/>
          <p:cNvSpPr txBox="1">
            <a:spLocks noGrp="1"/>
          </p:cNvSpPr>
          <p:nvPr>
            <p:ph type="body" idx="2" hasCustomPrompt="1"/>
            <p:custDataLst>
              <p:tags r:id="rId12"/>
            </p:custDataLst>
          </p:nvPr>
        </p:nvSpPr>
        <p:spPr>
          <a:xfrm>
            <a:off x="1929130" y="3429000"/>
            <a:ext cx="8334375" cy="4329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800" b="0" i="0" u="none" strike="noStrike" kern="1200" cap="none" spc="0" normalizeH="0" baseline="0" noProof="1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 algn="ctr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3"/>
            </p:custDataLst>
          </p:nvPr>
        </p:nvSpPr>
        <p:spPr>
          <a:xfrm>
            <a:off x="1266825" y="136525"/>
            <a:ext cx="9679940" cy="312610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8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>
              <a:lnSpc>
                <a:spcPct val="100000"/>
              </a:lnSpc>
            </a:pPr>
            <a:r>
              <a:rPr>
                <a:sym typeface="+mn-ea"/>
              </a:rPr>
              <a:t>Click to add title</a:t>
            </a:r>
            <a:endParaRPr lang="en-US" dirty="0">
              <a:latin typeface="+mj-lt"/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4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6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cxnSp>
        <p:nvCxnSpPr>
          <p:cNvPr id="47" name="直接连接符 46"/>
          <p:cNvCxnSpPr/>
          <p:nvPr userDrawn="1">
            <p:custDataLst>
              <p:tags r:id="rId7"/>
            </p:custDataLst>
          </p:nvPr>
        </p:nvCxnSpPr>
        <p:spPr>
          <a:xfrm>
            <a:off x="2482182" y="1122981"/>
            <a:ext cx="9613231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标题"/>
          <p:cNvSpPr txBox="1">
            <a:spLocks noGrp="1"/>
          </p:cNvSpPr>
          <p:nvPr>
            <p:ph type="title" idx="1" hasCustomPrompt="1"/>
            <p:custDataLst>
              <p:tags r:id="rId8"/>
            </p:custDataLst>
          </p:nvPr>
        </p:nvSpPr>
        <p:spPr>
          <a:xfrm>
            <a:off x="516423" y="291071"/>
            <a:ext cx="7067708" cy="83167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0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5"/>
            <a:ext cx="12192000" cy="6858000"/>
          </a:xfrm>
          <a:prstGeom prst="rect">
            <a:avLst/>
          </a:prstGeom>
        </p:spPr>
      </p:pic>
      <p:sp>
        <p:nvSpPr>
          <p:cNvPr id="57" name="燕尾形 56"/>
          <p:cNvSpPr/>
          <p:nvPr userDrawn="1">
            <p:custDataLst>
              <p:tags r:id="rId7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8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9"/>
            </p:custDataLst>
          </p:nvPr>
        </p:nvSpPr>
        <p:spPr>
          <a:xfrm>
            <a:off x="2500489" y="2426407"/>
            <a:ext cx="7191021" cy="643045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800" b="1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latin typeface="+mn-lt"/>
              </a:defRPr>
            </a:lvl1pPr>
          </a:lstStyle>
          <a:p>
            <a:pPr lvl="0" algn="ctr"/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10"/>
            </p:custDataLst>
          </p:nvPr>
        </p:nvSpPr>
        <p:spPr>
          <a:xfrm>
            <a:off x="2500489" y="3180306"/>
            <a:ext cx="7191022" cy="177198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/>
            <a:r>
              <a:rPr lang="en-US" dirty="0">
                <a:latin typeface="+mj-lt"/>
                <a:sym typeface="+mn-ea"/>
              </a:rPr>
              <a:t>Click to add title</a:t>
            </a:r>
            <a:endParaRPr 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8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9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5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wrap="square">
            <a:norm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0" name="文本占位符 9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图片 1" descr="背景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lum bright="18000" contrast="24000"/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  <a:lum bright="18000" contrast="2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6069"/>
            <a:ext cx="12192000" cy="6913434"/>
          </a:xfrm>
          <a:prstGeom prst="rect">
            <a:avLst/>
          </a:prstGeom>
        </p:spPr>
      </p:pic>
      <p:cxnSp>
        <p:nvCxnSpPr>
          <p:cNvPr id="32" name="直接连接符 31"/>
          <p:cNvCxnSpPr/>
          <p:nvPr userDrawn="1">
            <p:custDataLst>
              <p:tags r:id="rId7"/>
            </p:custDataLst>
          </p:nvPr>
        </p:nvCxnSpPr>
        <p:spPr>
          <a:xfrm>
            <a:off x="721895" y="5955632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直接连接符 33"/>
          <p:cNvCxnSpPr/>
          <p:nvPr userDrawn="1">
            <p:custDataLst>
              <p:tags r:id="rId8"/>
            </p:custDataLst>
          </p:nvPr>
        </p:nvCxnSpPr>
        <p:spPr>
          <a:xfrm flipH="1">
            <a:off x="6902116" y="5987716"/>
            <a:ext cx="4559968" cy="0"/>
          </a:xfrm>
          <a:prstGeom prst="line">
            <a:avLst/>
          </a:prstGeom>
          <a:noFill/>
          <a:ln w="22225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08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燕尾形 56"/>
          <p:cNvSpPr/>
          <p:nvPr userDrawn="1">
            <p:custDataLst>
              <p:tags r:id="rId9"/>
            </p:custDataLst>
          </p:nvPr>
        </p:nvSpPr>
        <p:spPr>
          <a:xfrm>
            <a:off x="1123823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8" name="燕尾形 57"/>
          <p:cNvSpPr/>
          <p:nvPr userDrawn="1">
            <p:custDataLst>
              <p:tags r:id="rId10"/>
            </p:custDataLst>
          </p:nvPr>
        </p:nvSpPr>
        <p:spPr>
          <a:xfrm>
            <a:off x="11391900" y="505460"/>
            <a:ext cx="185420" cy="184785"/>
          </a:xfrm>
          <a:prstGeom prst="chevron">
            <a:avLst/>
          </a:prstGeom>
          <a:gradFill>
            <a:gsLst>
              <a:gs pos="0">
                <a:schemeClr val="accent1">
                  <a:alpha val="80000"/>
                </a:schemeClr>
              </a:gs>
              <a:gs pos="100000">
                <a:schemeClr val="accent2">
                  <a:alpha val="5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2" hasCustomPrompt="1"/>
            <p:custDataLst>
              <p:tags r:id="rId11"/>
            </p:custDataLst>
          </p:nvPr>
        </p:nvSpPr>
        <p:spPr>
          <a:xfrm>
            <a:off x="2233930" y="1696085"/>
            <a:ext cx="7724140" cy="23431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6600" b="0" i="1" u="none" strike="noStrike" kern="1200" cap="none" spc="0" normalizeH="0" baseline="0" noProof="1" dirty="0">
                <a:gradFill>
                  <a:gsLst>
                    <a:gs pos="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accent1"/>
                    </a:gs>
                  </a:gsLst>
                  <a:lin ang="0" scaled="1"/>
                </a:gradFill>
                <a:latin typeface="+mj-lt"/>
              </a:defRPr>
            </a:lvl1pPr>
          </a:lstStyle>
          <a:p>
            <a:pPr lvl="0" algn="ctr">
              <a:lnSpc>
                <a:spcPct val="100000"/>
              </a:lnSpc>
            </a:pPr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署名"/>
          <p:cNvSpPr txBox="1">
            <a:spLocks noGrp="1"/>
          </p:cNvSpPr>
          <p:nvPr>
            <p:ph type="body" idx="1" hasCustomPrompt="1"/>
            <p:custDataLst>
              <p:tags r:id="rId12"/>
            </p:custDataLst>
          </p:nvPr>
        </p:nvSpPr>
        <p:spPr>
          <a:xfrm>
            <a:off x="5291323" y="5744812"/>
            <a:ext cx="1609354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 algn="ctr"/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15A922F-1294-4387-9CB3-FCC8465D972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 lIns="0" tIns="0" rIns="0" bIns="0">
            <a:normAutofit/>
          </a:bodyPr>
          <a:lstStyle>
            <a:lvl1pPr algn="l" fontAlgn="base"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8" Type="http://schemas.openxmlformats.org/officeDocument/2006/relationships/theme" Target="../theme/theme2.xml"/><Relationship Id="rId17" Type="http://schemas.openxmlformats.org/officeDocument/2006/relationships/tags" Target="../tags/tag173.xml"/><Relationship Id="rId16" Type="http://schemas.openxmlformats.org/officeDocument/2006/relationships/tags" Target="../tags/tag172.xml"/><Relationship Id="rId15" Type="http://schemas.openxmlformats.org/officeDocument/2006/relationships/tags" Target="../tags/tag171.xml"/><Relationship Id="rId14" Type="http://schemas.openxmlformats.org/officeDocument/2006/relationships/tags" Target="../tags/tag170.xml"/><Relationship Id="rId13" Type="http://schemas.openxmlformats.org/officeDocument/2006/relationships/tags" Target="../tags/tag169.xml"/><Relationship Id="rId12" Type="http://schemas.openxmlformats.org/officeDocument/2006/relationships/tags" Target="../tags/tag168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2" Type="http://schemas.openxmlformats.org/officeDocument/2006/relationships/theme" Target="../theme/theme3.xml"/><Relationship Id="rId21" Type="http://schemas.openxmlformats.org/officeDocument/2006/relationships/tags" Target="../tags/tag264.xml"/><Relationship Id="rId20" Type="http://schemas.openxmlformats.org/officeDocument/2006/relationships/tags" Target="../tags/tag263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262.xml"/><Relationship Id="rId18" Type="http://schemas.openxmlformats.org/officeDocument/2006/relationships/tags" Target="../tags/tag261.xml"/><Relationship Id="rId17" Type="http://schemas.openxmlformats.org/officeDocument/2006/relationships/tags" Target="../tags/tag260.xml"/><Relationship Id="rId16" Type="http://schemas.openxmlformats.org/officeDocument/2006/relationships/tags" Target="../tags/tag259.xml"/><Relationship Id="rId15" Type="http://schemas.openxmlformats.org/officeDocument/2006/relationships/tags" Target="../tags/tag258.xml"/><Relationship Id="rId14" Type="http://schemas.openxmlformats.org/officeDocument/2006/relationships/tags" Target="../tags/tag257.xml"/><Relationship Id="rId13" Type="http://schemas.openxmlformats.org/officeDocument/2006/relationships/tags" Target="../tags/tag256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480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>
                <a:latin typeface="+mj-lt"/>
              </a:rPr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4800" y="1235075"/>
            <a:ext cx="10800000" cy="489172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48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1600" y="6356350"/>
            <a:ext cx="2743200" cy="365125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2" name="文本占位符 1"/>
          <p:cNvSpPr txBox="1">
            <a:spLocks noGrp="1"/>
          </p:cNvSpPr>
          <p:nvPr>
            <p:ph type="body" idx="21"/>
            <p:custDataLst>
              <p:tags r:id="rId15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  <a:ln>
            <a:noFill/>
            <a:prstDash val="sysDash"/>
          </a:ln>
        </p:spPr>
        <p:txBody>
          <a:bodyPr vert="horz" lIns="90000" tIns="46800" rIns="90000" bIns="46800" rtlCol="0">
            <a:normAutofit/>
          </a:bodyPr>
          <a:lstStyle/>
          <a:p>
            <a:pPr marR="0" lvl="0" fontAlgn="auto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Char char="●"/>
            </a:pPr>
            <a:r>
              <a:rPr dirty="0">
                <a:latin typeface="+mn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3" name="标题占位符 2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marR="0" lvl="0" algn="ctr" fontAlgn="auto">
              <a:lnSpc>
                <a:spcPct val="100000"/>
              </a:lnSpc>
              <a:buClrTx/>
              <a:buSzTx/>
              <a:buFontTx/>
            </a:pPr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bg1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0" lang="en-US" sz="3200" b="0" i="0" u="none" strike="noStrike" kern="1200" cap="none" spc="0" normalizeH="0" baseline="0" smtClean="0">
          <a:ln>
            <a:noFill/>
            <a:prstDash val="sysDot"/>
          </a:ln>
          <a:solidFill>
            <a:schemeClr val="accent1"/>
          </a:solidFill>
          <a:uFillTx/>
          <a:latin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en-US" sz="1800" b="0" i="0" u="none" strike="noStrike" kern="1200" cap="none" spc="0" normalizeH="0" baseline="0" noProof="1" dirty="0">
          <a:ln>
            <a:noFill/>
            <a:prstDash val="sysDot"/>
          </a:ln>
          <a:solidFill>
            <a:schemeClr val="tx1"/>
          </a:solidFill>
          <a:uFillTx/>
          <a:latin typeface="Arial" panose="020B0604020202020204" pitchFamily="34" charset="0"/>
          <a:sym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6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6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4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sz="1400" b="0" i="0" u="none" strike="noStrike" kern="1200" cap="none" spc="150" normalizeH="0" baseline="0" noProof="1" dirty="0">
          <a:solidFill>
            <a:schemeClr val="tx1"/>
          </a:solidFill>
          <a:uFillTx/>
          <a:latin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13"/>
            </p:custDataLst>
          </p:nvPr>
        </p:nvSpPr>
        <p:spPr>
          <a:xfrm>
            <a:off x="0" y="-55245"/>
            <a:ext cx="12191365" cy="6912610"/>
          </a:xfrm>
          <a:prstGeom prst="rect">
            <a:avLst/>
          </a:prstGeom>
          <a:solidFill>
            <a:srgbClr val="000000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cxnSp>
        <p:nvCxnSpPr>
          <p:cNvPr id="7" name="直接连接符 6"/>
          <p:cNvCxnSpPr/>
          <p:nvPr userDrawn="1">
            <p:custDataLst>
              <p:tags r:id="rId14"/>
            </p:custDataLst>
          </p:nvPr>
        </p:nvCxnSpPr>
        <p:spPr>
          <a:xfrm flipV="1">
            <a:off x="583974" y="0"/>
            <a:ext cx="0" cy="644044"/>
          </a:xfrm>
          <a:prstGeom prst="line">
            <a:avLst/>
          </a:prstGeom>
          <a:noFill/>
          <a:ln w="184150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直接连接符 8"/>
          <p:cNvCxnSpPr/>
          <p:nvPr userDrawn="1">
            <p:custDataLst>
              <p:tags r:id="rId15"/>
            </p:custDataLst>
          </p:nvPr>
        </p:nvCxnSpPr>
        <p:spPr>
          <a:xfrm flipV="1">
            <a:off x="405554" y="0"/>
            <a:ext cx="0" cy="805603"/>
          </a:xfrm>
          <a:prstGeom prst="line">
            <a:avLst/>
          </a:prstGeom>
          <a:noFill/>
          <a:ln w="184150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  <a:tileRect/>
            </a:gra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15A922F-1294-4387-9CB3-FCC8465D972A}" type="slidenum">
              <a:rPr lang="en-US" smtClean="0"/>
            </a:fld>
            <a:endParaRPr lang="en-US"/>
          </a:p>
        </p:txBody>
      </p:sp>
      <p:sp>
        <p:nvSpPr>
          <p:cNvPr id="13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bg1"/>
          </a:solidFill>
          <a:ln>
            <a:solidFill>
              <a:srgbClr val="DCD6CA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0"/>
          </a:gradFill>
          <a:latin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0" lang="en-US" sz="1800" b="0" i="0" u="none" strike="noStrike" kern="1200" cap="none" spc="0" normalizeH="0" baseline="0" dirty="0">
          <a:ln>
            <a:noFill/>
            <a:prstDash val="sysDot"/>
          </a:ln>
          <a:solidFill>
            <a:srgbClr val="FFFFFF"/>
          </a:solidFill>
          <a:uFillTx/>
          <a:latin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6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0" lang="en-US" sz="1400" b="0" i="0" u="none" strike="noStrike" kern="1200" cap="none" spc="150" normalizeH="0" baseline="0" dirty="0">
          <a:solidFill>
            <a:srgbClr val="FFFFFF"/>
          </a:solidFill>
          <a:uFillTx/>
          <a:latin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265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267.xml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tags" Target="../tags/tag2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69.xml"/><Relationship Id="rId2" Type="http://schemas.openxmlformats.org/officeDocument/2006/relationships/image" Target="../media/image8.png"/><Relationship Id="rId1" Type="http://schemas.openxmlformats.org/officeDocument/2006/relationships/tags" Target="../tags/tag268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4.xml"/><Relationship Id="rId4" Type="http://schemas.openxmlformats.org/officeDocument/2006/relationships/tags" Target="../tags/tag272.xml"/><Relationship Id="rId3" Type="http://schemas.openxmlformats.org/officeDocument/2006/relationships/tags" Target="../tags/tag271.xml"/><Relationship Id="rId2" Type="http://schemas.openxmlformats.org/officeDocument/2006/relationships/image" Target="../media/image9.png"/><Relationship Id="rId1" Type="http://schemas.openxmlformats.org/officeDocument/2006/relationships/tags" Target="../tags/tag270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74.xml"/><Relationship Id="rId2" Type="http://schemas.openxmlformats.org/officeDocument/2006/relationships/image" Target="../media/image10.png"/><Relationship Id="rId1" Type="http://schemas.openxmlformats.org/officeDocument/2006/relationships/tags" Target="../tags/tag273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76.xml"/><Relationship Id="rId2" Type="http://schemas.openxmlformats.org/officeDocument/2006/relationships/image" Target="../media/image11.png"/><Relationship Id="rId1" Type="http://schemas.openxmlformats.org/officeDocument/2006/relationships/tags" Target="../tags/tag27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78.xml"/><Relationship Id="rId2" Type="http://schemas.openxmlformats.org/officeDocument/2006/relationships/image" Target="../media/image12.png"/><Relationship Id="rId1" Type="http://schemas.openxmlformats.org/officeDocument/2006/relationships/tags" Target="../tags/tag277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34.xml"/><Relationship Id="rId6" Type="http://schemas.openxmlformats.org/officeDocument/2006/relationships/tags" Target="../tags/tag28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tags" Target="../tags/tag280.xml"/><Relationship Id="rId2" Type="http://schemas.openxmlformats.org/officeDocument/2006/relationships/image" Target="../media/image9.png"/><Relationship Id="rId1" Type="http://schemas.openxmlformats.org/officeDocument/2006/relationships/tags" Target="../tags/tag2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 de texto 1"/>
          <p:cNvSpPr txBox="1"/>
          <p:nvPr/>
        </p:nvSpPr>
        <p:spPr>
          <a:xfrm>
            <a:off x="6566535" y="3188335"/>
            <a:ext cx="5546725" cy="11328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s-MX" altLang="en-US" sz="8800" b="1" i="1">
                <a:solidFill>
                  <a:srgbClr val="92D050"/>
                </a:solidFill>
                <a:latin typeface="Verdana" panose="020B0604030504040204" charset="0"/>
                <a:cs typeface="Verdana" panose="020B0604030504040204" charset="0"/>
              </a:rPr>
              <a:t>defcon5</a:t>
            </a:r>
            <a:endParaRPr lang="es-MX" altLang="en-US" sz="8800" b="1" i="1">
              <a:solidFill>
                <a:srgbClr val="92D05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3" name="Cuadro de texto 2"/>
          <p:cNvSpPr txBox="1"/>
          <p:nvPr/>
        </p:nvSpPr>
        <p:spPr>
          <a:xfrm>
            <a:off x="6619875" y="4370070"/>
            <a:ext cx="51257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s-MX" sz="1400" i="1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A</a:t>
            </a:r>
            <a:r>
              <a:rPr lang="es-MX" altLang="en-US" sz="1400" i="1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utomated Resilience. Driving Systematic Continuyty. </a:t>
            </a:r>
            <a:endParaRPr lang="es-MX" altLang="en-US" sz="1400" i="1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1315" y="363855"/>
            <a:ext cx="6885305" cy="649605"/>
          </a:xfrm>
        </p:spPr>
        <p:txBody>
          <a:bodyPr wrap="square" lIns="0" tIns="0" rIns="0" bIns="0" anchor="ctr" anchorCtr="0">
            <a:noAutofit/>
          </a:bodyPr>
          <a:lstStyle/>
          <a:p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El enemigo no es la crisis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285750" y="1225550"/>
            <a:ext cx="6689090" cy="5530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Cuando todo falla, lo que falla no es la crisis</a:t>
            </a:r>
            <a:r>
              <a:rPr lang="es-MX" altLang="en-US" sz="15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, l</a:t>
            </a:r>
            <a:r>
              <a:rPr lang="en-US" altLang="es-MX" sz="15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o que falla es la manera de estar preparados.</a:t>
            </a:r>
            <a:endParaRPr lang="en-US" altLang="es-MX" sz="15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361315" y="1990725"/>
            <a:ext cx="6678295" cy="203009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mayor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 de los planes de continuidad del negocio y de recuperaci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ante desastres siguen siendo: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s-MX" sz="1400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Archivos PDF que nadie abre en emergencia,</a:t>
            </a:r>
            <a:endParaRPr lang="en-US" altLang="es-MX" sz="1400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s-MX" sz="1400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Hojas de c</a:t>
            </a:r>
            <a:r>
              <a:rPr lang="en-US" altLang="en-US" sz="1400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400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lculo que nadie actualiza,</a:t>
            </a:r>
            <a:endParaRPr lang="en-US" altLang="es-MX" sz="1400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defTabSz="26670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s-MX" sz="1400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Presentaciones que nadie recuerda.</a:t>
            </a:r>
            <a:endParaRPr lang="en-US" altLang="es-MX" sz="1400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Cuando aparece la crisis, no es que falten intenciones…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 que no hay informaci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viva que funcione bajo presi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285750" y="4570095"/>
            <a:ext cx="6688455" cy="10147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 la informaci</a:t>
            </a:r>
            <a:r>
              <a:rPr lang="en-US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desactualizada la que mata la resiliencia.</a:t>
            </a:r>
            <a:r>
              <a:rPr lang="es-MX" altLang="en-US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sin resiliencia, el negocio se detiene.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Imagen 2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4" name="Imagen 3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5" name="Imagen 4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8" name="Imagen 7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9" name="Imagen 8"/>
          <p:cNvPicPr/>
          <p:nvPr/>
        </p:nvPicPr>
        <p:blipFill>
          <a:blip r:embed="rId2"/>
          <a:stretch>
            <a:fillRect/>
          </a:stretch>
        </p:blipFill>
        <p:spPr>
          <a:xfrm>
            <a:off x="-2147483648" y="-2147483648"/>
            <a:ext cx="2147011200" cy="2147011200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040" y="-4445"/>
            <a:ext cx="4632960" cy="42284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26085" y="269240"/>
            <a:ext cx="6875145" cy="723265"/>
          </a:xfrm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altLang="es-MX" sz="2400" i="1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El costo oculto del modelo documental</a:t>
            </a:r>
            <a:endParaRPr lang="en-US" altLang="es-MX" sz="2400" i="1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  <a:sym typeface="+mn-ea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375285" y="1058545"/>
            <a:ext cx="6948170" cy="110680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Documentar no es prepararse.</a:t>
            </a:r>
            <a:endParaRPr lang="en-US" altLang="es-MX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Planificar no es operar.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Tener un archivo no es resiliencia.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394970" y="2245995"/>
            <a:ext cx="6949440" cy="18148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Porque mientras tu organizaci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evoluciona cada semana: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estructuras cambian,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roles rotan,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procesos se transforman…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Tus documentos quedan atrapados en el pasado.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cuando el reloj corre, nadie sabe qu</a:t>
            </a:r>
            <a:r>
              <a:rPr lang="en-US" altLang="en-US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é</a:t>
            </a:r>
            <a:r>
              <a:rPr lang="en-US" altLang="es-MX" sz="14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es cierto ahora.</a:t>
            </a:r>
            <a:endParaRPr lang="en-US" altLang="es-MX" sz="14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456565" y="4363720"/>
            <a:ext cx="7153910" cy="18148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Sin una plataforma viva: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342900" indent="-34290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PDF de ayer es la incertidumbre de hoy.</a:t>
            </a:r>
            <a:endParaRPr lang="en-US" altLang="es-MX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342900" indent="-34290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hoja de c</a:t>
            </a:r>
            <a:r>
              <a:rPr lang="en-US" altLang="en-US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lculo nunca reflejar</a:t>
            </a:r>
            <a:r>
              <a:rPr lang="en-US" altLang="en-US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el incidente real.</a:t>
            </a:r>
            <a:endParaRPr lang="en-US" altLang="es-MX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342900" indent="-34290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Las presentaciones solo sirven para decir “s</a:t>
            </a:r>
            <a:r>
              <a:rPr lang="en-US" altLang="en-US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, lo ten</a:t>
            </a:r>
            <a:r>
              <a:rPr lang="en-US" altLang="en-US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amos”.</a:t>
            </a:r>
            <a:endParaRPr lang="en-US" altLang="es-MX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195" y="0"/>
            <a:ext cx="4418330" cy="6858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/>
          <a:srcRect l="1" t="2766" r="4541" b="9052"/>
          <a:stretch>
            <a:fillRect/>
          </a:stretch>
        </p:blipFill>
        <p:spPr>
          <a:xfrm>
            <a:off x="8545195" y="0"/>
            <a:ext cx="3646805" cy="6858000"/>
          </a:xfrm>
          <a:custGeom>
            <a:avLst/>
            <a:gdLst>
              <a:gd name="connsiteX0" fmla="*/ 1714500 w 5473700"/>
              <a:gd name="connsiteY0" fmla="*/ 0 h 6858000"/>
              <a:gd name="connsiteX1" fmla="*/ 5473700 w 5473700"/>
              <a:gd name="connsiteY1" fmla="*/ 0 h 6858000"/>
              <a:gd name="connsiteX2" fmla="*/ 5473700 w 5473700"/>
              <a:gd name="connsiteY2" fmla="*/ 6858000 h 6858000"/>
              <a:gd name="connsiteX3" fmla="*/ 0 w 54737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3700" h="6858000">
                <a:moveTo>
                  <a:pt x="1714500" y="0"/>
                </a:moveTo>
                <a:lnTo>
                  <a:pt x="5473700" y="0"/>
                </a:lnTo>
                <a:lnTo>
                  <a:pt x="5473700" y="6858000"/>
                </a:lnTo>
                <a:lnTo>
                  <a:pt x="0" y="6858000"/>
                </a:ln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5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426085" y="542925"/>
            <a:ext cx="6875145" cy="825500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El reto real: activar, ejecutar, sostener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426085" y="1301115"/>
            <a:ext cx="7245350" cy="267652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No se trata de cumplir est</a:t>
            </a:r>
            <a:r>
              <a:rPr lang="en-US" altLang="en-US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á</a:t>
            </a:r>
            <a:r>
              <a:rPr lang="en-US" altLang="es-MX" b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ndares.</a:t>
            </a:r>
            <a:endParaRPr lang="en-US" altLang="es-MX" b="1"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  <a:sym typeface="+mn-ea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  <a:sym typeface="+mn-ea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Se trata de responder cuando todo est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en juego.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Hoy, la norma ISO 22301 sintetiza lo que toda organizaci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quiere: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entornos alineados,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roles claros,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procesos probados,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evidencia trazable.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tualizaci</a:t>
            </a:r>
            <a:r>
              <a:rPr lang="en-US" altLang="en-US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0" name="Cuadro de texto 9"/>
          <p:cNvSpPr txBox="1"/>
          <p:nvPr/>
        </p:nvSpPr>
        <p:spPr>
          <a:xfrm>
            <a:off x="447040" y="3881120"/>
            <a:ext cx="7153910" cy="24612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Pero cumplirla en papel no garantiza estar listo cuando ocurre lo inesperado.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verdadero valor est</a:t>
            </a:r>
            <a:r>
              <a:rPr lang="en-US" altLang="en-US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20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en quien:</a:t>
            </a: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20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Activa el plan sin dudar.</a:t>
            </a:r>
            <a:endParaRPr lang="en-US" altLang="es-MX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Ejecuta acciones en tiempo real.</a:t>
            </a:r>
            <a:endParaRPr lang="en-US" altLang="es-MX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Mantiene la operaci</a:t>
            </a:r>
            <a:r>
              <a:rPr lang="en-US" altLang="en-US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viva.</a:t>
            </a:r>
            <a:endParaRPr lang="en-US" altLang="es-MX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659245" y="300355"/>
            <a:ext cx="5200650" cy="712470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¿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Qu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é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 es defcon5?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6594475" y="1048385"/>
            <a:ext cx="5369560" cy="36461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plataforma que reemplaza el documento por acci</a:t>
            </a:r>
            <a:r>
              <a:rPr lang="en-US" altLang="en-US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n.</a:t>
            </a:r>
            <a:endParaRPr lang="en-US" altLang="es-MX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es un sistema SaaS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*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concebido para llevar a la organizaci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desde documentos desactualizados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 resiliencia viva y comprobable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no digitaliza PDF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, t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ransforma la continuidad en operaci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n, con: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Informaci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centralizada y actualizable,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Activadores y flujos vivos,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Trazabilidad que no se pierde,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q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Conexi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directa con lo que ocurre de verdad.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589280"/>
            <a:ext cx="6292850" cy="3641725"/>
          </a:xfrm>
          <a:prstGeom prst="rect">
            <a:avLst/>
          </a:prstGeom>
        </p:spPr>
      </p:pic>
      <p:sp>
        <p:nvSpPr>
          <p:cNvPr id="4" name="Cuadro de texto 3"/>
          <p:cNvSpPr txBox="1"/>
          <p:nvPr/>
        </p:nvSpPr>
        <p:spPr>
          <a:xfrm>
            <a:off x="-10795" y="6517640"/>
            <a:ext cx="780986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 sz="1000">
                <a:latin typeface="Verdana" panose="020B0604030504040204" charset="0"/>
                <a:cs typeface="Verdana" panose="020B0604030504040204" charset="0"/>
              </a:rPr>
              <a:t>* Sistemas accesibles mediante navegadores de internet (Chrome, Edge, Firefox, et). </a:t>
            </a:r>
            <a:endParaRPr lang="es-MX" altLang="en-US" sz="1000">
              <a:latin typeface="Verdana" panose="020B0604030504040204" charset="0"/>
              <a:cs typeface="Verdana" panose="020B06040305040402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761230" y="33655"/>
            <a:ext cx="7292975" cy="816610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Resiliencia que habla el idioma de tu negocio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4703445" y="1089025"/>
            <a:ext cx="7245350" cy="315341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Operaci</a:t>
            </a:r>
            <a:r>
              <a:rPr lang="en-US" altLang="en-US" sz="20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0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n, evidencia y confianza.</a:t>
            </a:r>
            <a:endParaRPr lang="en-US" altLang="es-MX" sz="20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20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Con </a:t>
            </a:r>
            <a:r>
              <a:rPr lang="en-US" altLang="es-MX" sz="16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: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s-MX" altLang="en-US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Tus planes se mantienen alineados a los objetivos estrategicos del negocio y a los procesos criticos para la continuidad.   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Tus planes est</a:t>
            </a:r>
            <a:r>
              <a:rPr lang="en-US" altLang="en-US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actualizados en todo momento.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equipo ejecuta con claridad y velocidad.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Las decisiones se toman con informaci</a:t>
            </a:r>
            <a:r>
              <a:rPr lang="en-US" altLang="en-US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viva.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evidencia est</a:t>
            </a:r>
            <a:r>
              <a:rPr lang="en-US" altLang="en-US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lista para auditor</a:t>
            </a:r>
            <a:r>
              <a:rPr lang="en-US" altLang="en-US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í</a:t>
            </a:r>
            <a:r>
              <a:rPr lang="en-US" altLang="es-MX" sz="1600" b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as ISO 22301.</a:t>
            </a:r>
            <a:endParaRPr lang="en-US" altLang="es-MX" sz="1600" b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2" name="Cuadro de texto 1"/>
          <p:cNvSpPr txBox="1"/>
          <p:nvPr/>
        </p:nvSpPr>
        <p:spPr>
          <a:xfrm>
            <a:off x="407035" y="4723130"/>
            <a:ext cx="11500485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No es un sistema para “estar listos”.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000" b="1" i="1">
                <a:solidFill>
                  <a:schemeClr val="bg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Es un sistema para seguir vivos cuando lo inesperado llega.</a:t>
            </a:r>
            <a:endParaRPr lang="en-US" altLang="es-MX" sz="2000" b="1" i="1">
              <a:solidFill>
                <a:schemeClr val="bg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80"/>
            <a:ext cx="4547870" cy="40436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008245" y="293370"/>
            <a:ext cx="6875145" cy="1329055"/>
          </a:xfrm>
        </p:spPr>
        <p:txBody>
          <a:bodyPr wrap="square" lIns="0" tIns="0" rIns="0" bIns="0" anchor="ctr" anchorCtr="0">
            <a:noAutofit/>
          </a:bodyPr>
          <a:lstStyle/>
          <a:p>
            <a:pPr algn="l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Impacto que tu organizaci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ó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n puede </a:t>
            </a:r>
            <a:r>
              <a:rPr lang="es-MX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s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entir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.</a:t>
            </a:r>
            <a:b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</a:br>
            <a:b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</a:b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5008245" y="1243965"/>
            <a:ext cx="6948170" cy="26301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diferencia entre documento y resiliencia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Cuando tu negocio: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Puede responder sin dudar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Puede ejecutar sin perder tiempo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Puede sostener operaciones bajo presi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Puede demostrar control, no solo intenci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r>
              <a:rPr lang="es-MX" altLang="en-US" sz="1500" b="1" i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     </a:t>
            </a:r>
            <a:r>
              <a:rPr lang="en-US" altLang="es-MX" sz="1500" b="1" i="1"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  <a:sym typeface="+mn-ea"/>
              </a:rPr>
              <a:t>Entonces:</a:t>
            </a:r>
            <a:endParaRPr lang="en-US" altLang="es-MX" sz="15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sp>
        <p:nvSpPr>
          <p:cNvPr id="15" name="Cuadro de texto 14"/>
          <p:cNvSpPr txBox="1"/>
          <p:nvPr/>
        </p:nvSpPr>
        <p:spPr>
          <a:xfrm>
            <a:off x="6630035" y="3273425"/>
            <a:ext cx="5325745" cy="1539240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endParaRPr lang="en-US" altLang="es-MX" sz="16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Las p</a:t>
            </a:r>
            <a:r>
              <a:rPr lang="en-US" altLang="en-US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é</a:t>
            </a: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rdidas se reducen</a:t>
            </a: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confianza interna se fortalece</a:t>
            </a: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La reputaci</a:t>
            </a:r>
            <a:r>
              <a:rPr lang="en-US" altLang="en-US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externa se sostiene</a:t>
            </a: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 cumplimiento de ISO 22301 deja de ser una meta…</a:t>
            </a: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ü"/>
            </a:pP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indent="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None/>
            </a:pPr>
            <a:r>
              <a:rPr lang="es-MX" altLang="en-US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    ... </a:t>
            </a:r>
            <a:r>
              <a:rPr lang="en-US" altLang="es-MX" sz="14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se vuelve una evidencia viva del negocio.</a:t>
            </a:r>
            <a:endParaRPr lang="en-US" altLang="es-MX" sz="14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0"/>
            <a:ext cx="4777740" cy="58521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/>
          <a:srcRect l="1" t="2766" r="4541" b="9052"/>
          <a:stretch>
            <a:fillRect/>
          </a:stretch>
        </p:blipFill>
        <p:spPr>
          <a:xfrm>
            <a:off x="8545195" y="0"/>
            <a:ext cx="3646805" cy="6858000"/>
          </a:xfrm>
          <a:custGeom>
            <a:avLst/>
            <a:gdLst>
              <a:gd name="connsiteX0" fmla="*/ 1714500 w 5473700"/>
              <a:gd name="connsiteY0" fmla="*/ 0 h 6858000"/>
              <a:gd name="connsiteX1" fmla="*/ 5473700 w 5473700"/>
              <a:gd name="connsiteY1" fmla="*/ 0 h 6858000"/>
              <a:gd name="connsiteX2" fmla="*/ 5473700 w 5473700"/>
              <a:gd name="connsiteY2" fmla="*/ 6858000 h 6858000"/>
              <a:gd name="connsiteX3" fmla="*/ 0 w 54737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3700" h="6858000">
                <a:moveTo>
                  <a:pt x="1714500" y="0"/>
                </a:moveTo>
                <a:lnTo>
                  <a:pt x="5473700" y="0"/>
                </a:lnTo>
                <a:lnTo>
                  <a:pt x="5473700" y="6858000"/>
                </a:lnTo>
                <a:lnTo>
                  <a:pt x="0" y="6858000"/>
                </a:lnTo>
                <a:close/>
              </a:path>
            </a:pathLst>
          </a:custGeom>
          <a:ln w="9525" cap="flat" cmpd="sng" algn="ctr">
            <a:solidFill>
              <a:schemeClr val="dk1">
                <a:lumMod val="40000"/>
                <a:lumOff val="60000"/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5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16610" y="770255"/>
            <a:ext cx="3710940" cy="917575"/>
          </a:xfrm>
        </p:spPr>
        <p:txBody>
          <a:bodyPr wrap="square" lIns="0" tIns="0" rIns="0" bIns="0" anchor="ctr" anchorCtr="0">
            <a:noAutofit/>
          </a:bodyPr>
          <a:lstStyle/>
          <a:p>
            <a:pPr algn="just"/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Tu desaf</a:t>
            </a:r>
            <a:r>
              <a:rPr lang="en-US" altLang="en-US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í</a:t>
            </a:r>
            <a:r>
              <a:rPr lang="en-US" altLang="es-MX" sz="2400" b="1" i="1" spc="0" dirty="0">
                <a:solidFill>
                  <a:srgbClr val="FFFF00"/>
                </a:solidFill>
                <a:latin typeface="Verdana" panose="020B0604030504040204" charset="0"/>
                <a:cs typeface="Verdana" panose="020B0604030504040204" charset="0"/>
              </a:rPr>
              <a:t>o hoy</a:t>
            </a:r>
            <a:endParaRPr lang="en-US" altLang="es-MX" sz="2400" b="1" i="1" spc="0" dirty="0">
              <a:solidFill>
                <a:srgbClr val="FFFF00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Cuadro de texto 7"/>
          <p:cNvSpPr txBox="1"/>
          <p:nvPr/>
        </p:nvSpPr>
        <p:spPr>
          <a:xfrm>
            <a:off x="755650" y="1775460"/>
            <a:ext cx="7245350" cy="27533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24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No esperes a que la pr</a:t>
            </a:r>
            <a:r>
              <a:rPr lang="en-US" altLang="en-US" sz="24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24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xima crisis rev</a:t>
            </a:r>
            <a:r>
              <a:rPr lang="es-MX" altLang="en-US" sz="24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ele</a:t>
            </a:r>
            <a:r>
              <a:rPr lang="en-US" altLang="es-MX" sz="24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si tu plan sirve.</a:t>
            </a:r>
            <a:endParaRPr lang="en-US" altLang="es-MX" sz="24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20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Porque cuando lo inesperado llega, no ganan los que tienen el PDF m</a:t>
            </a:r>
            <a:r>
              <a:rPr lang="en-US" altLang="en-US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á</a:t>
            </a:r>
            <a:r>
              <a:rPr lang="en-US" altLang="es-MX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 bonito.</a:t>
            </a:r>
            <a:r>
              <a:rPr lang="es-MX" altLang="en-US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 </a:t>
            </a:r>
            <a:r>
              <a:rPr lang="en-US" altLang="es-MX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Ganan los que tienen un sistema que act</a:t>
            </a:r>
            <a:r>
              <a:rPr lang="en-US" altLang="en-US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ú</a:t>
            </a:r>
            <a:r>
              <a:rPr lang="en-US" altLang="es-MX" sz="1500" b="1" i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a.</a:t>
            </a:r>
            <a:endParaRPr lang="en-US" altLang="es-MX" sz="1500" b="1" i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Solicita hoy una demostraci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n de </a:t>
            </a:r>
            <a:r>
              <a:rPr lang="en-US" altLang="es-MX" sz="1500" b="1" i="1">
                <a:solidFill>
                  <a:srgbClr val="92D050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defcon5</a:t>
            </a:r>
            <a:r>
              <a:rPr lang="es-MX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 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y descubre c</a:t>
            </a:r>
            <a:r>
              <a:rPr lang="en-US" altLang="en-US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ó</a:t>
            </a:r>
            <a:r>
              <a:rPr lang="en-US" altLang="es-MX" sz="1500" b="1">
                <a:solidFill>
                  <a:schemeClr val="tx1"/>
                </a:solidFill>
                <a:latin typeface="Verdana" panose="020B0604030504040204" charset="0"/>
                <a:ea typeface="SimSun" panose="02010600030101010101" pitchFamily="2" charset="-122"/>
                <a:cs typeface="Verdana" panose="020B0604030504040204" charset="0"/>
              </a:rPr>
              <a:t>mo pasar de estar preparados en papel a estar listos de verdad.</a:t>
            </a:r>
            <a:endParaRPr lang="en-US" altLang="es-MX" sz="1500" b="1">
              <a:solidFill>
                <a:schemeClr val="tx1"/>
              </a:solidFill>
              <a:latin typeface="Verdana" panose="020B0604030504040204" charset="0"/>
              <a:ea typeface="SimSun" panose="02010600030101010101" pitchFamily="2" charset="-122"/>
              <a:cs typeface="Verdana" panose="020B060403050404020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30" y="4955540"/>
            <a:ext cx="398145" cy="398145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6245" y="5469255"/>
            <a:ext cx="464185" cy="464185"/>
          </a:xfrm>
          <a:prstGeom prst="rect">
            <a:avLst/>
          </a:prstGeom>
        </p:spPr>
      </p:pic>
      <p:sp>
        <p:nvSpPr>
          <p:cNvPr id="13" name="Cuadro de texto 12"/>
          <p:cNvSpPr txBox="1"/>
          <p:nvPr/>
        </p:nvSpPr>
        <p:spPr>
          <a:xfrm>
            <a:off x="4886960" y="4975860"/>
            <a:ext cx="2568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s-MX" altLang="en-US">
                <a:latin typeface="Verdana" panose="020B0604030504040204" charset="0"/>
                <a:cs typeface="Verdana" panose="020B0604030504040204" charset="0"/>
                <a:sym typeface="+mn-ea"/>
              </a:rPr>
              <a:t>+56 9 3222 6054</a:t>
            </a:r>
            <a:endParaRPr lang="es-MX" altLang="en-US">
              <a:latin typeface="Verdana" panose="020B0604030504040204" charset="0"/>
              <a:cs typeface="Verdana" panose="020B0604030504040204" charset="0"/>
              <a:sym typeface="+mn-ea"/>
            </a:endParaRPr>
          </a:p>
        </p:txBody>
      </p:sp>
      <p:sp>
        <p:nvSpPr>
          <p:cNvPr id="14" name="Cuadro de texto 13"/>
          <p:cNvSpPr txBox="1"/>
          <p:nvPr/>
        </p:nvSpPr>
        <p:spPr>
          <a:xfrm>
            <a:off x="4907280" y="5468620"/>
            <a:ext cx="4494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>
                <a:latin typeface="Verdana" panose="020B0604030504040204" charset="0"/>
                <a:cs typeface="Verdana" panose="020B0604030504040204" charset="0"/>
              </a:rPr>
              <a:t>solution.work2023@gmail.com</a:t>
            </a:r>
            <a:endParaRPr lang="es-MX" altLang="en-US">
              <a:latin typeface="Verdana" panose="020B0604030504040204" charset="0"/>
              <a:cs typeface="Verdana" panose="020B0604030504040204" charset="0"/>
            </a:endParaRPr>
          </a:p>
        </p:txBody>
      </p:sp>
    </p:spTree>
    <p:custDataLst>
      <p:tags r:id="rId6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3"/>
  <p:tag name="KSO_WM_UNIT_ID" val="_1*f*3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4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5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7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73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ISCONTENTSTITLE" val="0"/>
  <p:tag name="KSO_WM_UNIT_ISNUMDGMTITLE" val="0"/>
  <p:tag name="KSO_WM_UNIT_PRESET_TEXT" val="Click to add subtit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添加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3*i*6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3*i*7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3*i*8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3*i*9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3*i*10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3*i*11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PRESET_TEXT" val="01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4*i*6"/>
  <p:tag name="KSO_WM_UNIT_LAYERLEVEL" val="1"/>
  <p:tag name="KSO_WM_TAG_VERSION" val="3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122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123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128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129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130.xml><?xml version="1.0" encoding="utf-8"?>
<p:tagLst xmlns:p="http://schemas.openxmlformats.org/presentationml/2006/main">
  <p:tag name="KSO_WM_UNIT_TEXT_FILL_FORE_SCHEMECOLOR_INDEX_BRIGHTNESS" val="0.1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添加小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131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35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42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SUBTYPE" val="a"/>
  <p:tag name="KSO_WM_UNIT_PRESET_TEXT" val="单击此处编辑母版文本样式&#10;第二级&#10;第三级&#10;第四级&#10;第五级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TEXT_FILL_FORE_SCHEMECOLOR_INDEX_BRIGHTNESS" val="0.25"/>
  <p:tag name="KSO_WM_UNIT_TEXT_FILL_FORE_SCHEMECOLOR_INDEX" val="13"/>
  <p:tag name="KSO_WM_UNIT_TEXT_FILL_TYPE" val="1"/>
  <p:tag name="KSO_WM_UNIT_ISCONTENTSTITLE" val="0"/>
  <p:tag name="KSO_WM_UNIT_ISNUMDGMTITLE" val="0"/>
  <p:tag name="KSO_WM_UNIT_PRESET_TEXT" val="单击选择预设副标题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ISCONTENTSTITLE" val="0"/>
  <p:tag name="KSO_WM_UNIT_ISNUMDGMTITLE" val="0"/>
  <p:tag name="KSO_WM_UNIT_PRESET_TEXT" val="正文页-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51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1*i*15"/>
  <p:tag name="KSO_WM_UNIT_LAYERLEVEL" val="1"/>
  <p:tag name="KSO_WM_TAG_VERSION" val="3.0"/>
  <p:tag name="KSO_WM_BEAUTIFY_FLAG" val="#wm#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1*i*9"/>
  <p:tag name="KSO_WM_UNIT_LAYERLEVEL" val="1"/>
  <p:tag name="KSO_WM_TAG_VERSION" val="3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1*i*10"/>
  <p:tag name="KSO_WM_UNIT_LAYERLEVEL" val="1"/>
  <p:tag name="KSO_WM_TAG_VERSION" val="3.0"/>
  <p:tag name="KSO_WM_BEAUTIFY_FLAG" val="#wm#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1*i*11"/>
  <p:tag name="KSO_WM_UNIT_LAYERLEVEL" val="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1*i*12"/>
  <p:tag name="KSO_WM_UNIT_LAYERLEVEL" val="1"/>
  <p:tag name="KSO_WM_TAG_VERSION" val="3.0"/>
  <p:tag name="KSO_WM_BEAUTIFY_FLAG" val="#wm#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564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3.0"/>
  <p:tag name="KSO_WM_BEAUTIFY_FLAG" val="#wm#"/>
  <p:tag name="KSO_WM_TEMPLATE_CATEGORY" val="custom"/>
  <p:tag name="KSO_WM_TEMPLATE_INDEX" val="20233411"/>
</p:tagLst>
</file>

<file path=ppt/tags/tag17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11"/>
</p:tagLst>
</file>

<file path=ppt/tags/tag173.xml><?xml version="1.0" encoding="utf-8"?>
<p:tagLst xmlns:p="http://schemas.openxmlformats.org/presentationml/2006/main">
  <p:tag name="KSO_WM_SPECIAL_SOURCE" val="bdnull"/>
  <p:tag name="KSO_WM_TEMPLATE_THUMBS_INDEX" val="1、11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11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36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196.xml><?xml version="1.0" encoding="utf-8"?>
<p:tagLst xmlns:p="http://schemas.openxmlformats.org/presentationml/2006/main">
  <p:tag name="KSO_WM_UNIT_ISCONTENTSTITLE" val="1"/>
  <p:tag name="KSO_WM_UNIT_ISNUMDGMTITLE" val="0"/>
  <p:tag name="KSO_WM_UNIT_PRESET_TEXT" val="目录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05.xml><?xml version="1.0" encoding="utf-8"?>
<p:tagLst xmlns:p="http://schemas.openxmlformats.org/presentationml/2006/main">
  <p:tag name="KSO_WM_UNIT_PRESET_TEXT" val="PART ONE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06.xml><?xml version="1.0" encoding="utf-8"?>
<p:tagLst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1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1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1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21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22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22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22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22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22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2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3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23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2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247.xml><?xml version="1.0" encoding="utf-8"?>
<p:tagLst xmlns:p="http://schemas.openxmlformats.org/presentationml/2006/main">
  <p:tag name="KSO_WM_UNIT_ISCONTENTSTITLE" val="0"/>
  <p:tag name="KSO_WM_UNIT_ISNUMDGMTITLE" val="0"/>
  <p:tag name="KSO_WM_UNIT_PRESET_TEXT" val="THANK YOU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248.xml><?xml version="1.0" encoding="utf-8"?>
<p:tagLst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6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7982"/>
</p:tagLst>
</file>

<file path=ppt/tags/tag263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7982"/>
</p:tagLst>
</file>

<file path=ppt/tags/tag264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7982"/>
</p:tagLst>
</file>

<file path=ppt/tags/tag265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6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67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6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69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70.xml><?xml version="1.0" encoding="utf-8"?>
<p:tagLst xmlns:p="http://schemas.openxmlformats.org/presentationml/2006/main">
  <p:tag name="KSO_WM_BEAUTIFY_FLAG" val="#wm#"/>
  <p:tag name="KSO_WM_UNIT_VALUE" val="1904*15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54_1*d*1"/>
  <p:tag name="KSO_WM_TEMPLATE_CATEGORY" val="custom"/>
  <p:tag name="KSO_WM_TEMPLATE_INDEX" val="20238254"/>
  <p:tag name="KSO_WM_UNIT_LAYERLEVEL" val="1"/>
  <p:tag name="KSO_WM_TAG_VERSION" val="3.0"/>
  <p:tag name="KSO_WM_UNIT_LINE_FORE_SCHEMECOLOR_INDEX" val="1"/>
  <p:tag name="KSO_WM_UNIT_LINE_FILL_TYPE" val="2"/>
  <p:tag name="KSO_WM_UNIT_USESOURCEFORMAT_APPLY" val="1"/>
</p:tagLst>
</file>

<file path=ppt/tags/tag27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2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4.6*361.249"/>
  <p:tag name="KSO_WM_SLIDE_POSITION" val="54.7*125.201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54"/>
  <p:tag name="KSO_WM_TEMPLATE_SUBCATEGORY" val="0"/>
  <p:tag name="KSO_WM_SLIDE_INDEX" val="1"/>
  <p:tag name="KSO_WM_TAG_VERSION" val="3.0"/>
  <p:tag name="KSO_WM_SLIDE_ID" val="custom20238254_1"/>
  <p:tag name="KSO_WM_SLIDE_ITEM_CNT" val="3"/>
</p:tagLst>
</file>

<file path=ppt/tags/tag27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4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7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6.xml><?xml version="1.0" encoding="utf-8"?>
<p:tagLst xmlns:p="http://schemas.openxmlformats.org/presentationml/2006/main">
  <p:tag name="KSO_WM_TEMPLATE_THUMBS_INDEX" val="1、9"/>
  <p:tag name="KSO_WM_SPECIAL_SOURCE" val="bdnull"/>
  <p:tag name="KSO_WM_SLIDE_ID" val="custom20233473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73"/>
  <p:tag name="KSO_WM_SLIDE_LAYOUT" val="a_f"/>
  <p:tag name="KSO_WM_SLIDE_LAYOUT_CNT" val="1_1"/>
</p:tagLst>
</file>

<file path=ppt/tags/tag27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78.xml><?xml version="1.0" encoding="utf-8"?>
<p:tagLst xmlns:p="http://schemas.openxmlformats.org/presentationml/2006/main">
  <p:tag name="KSO_WM_SPECIAL_SOURCE" val="bdnull"/>
  <p:tag name="KSO_WM_SLIDE_CONTENT_AREA" val="{&quot;left&quot;:&quot;224.75&quot;,&quot;top&quot;:&quot;58.35&quot;,&quot;width&quot;:&quot;719.95&quot;,&quot;height&quot;:&quot;296.25&quot;}"/>
  <p:tag name="KSO_WM_SLIDE_ID" val="custom20233411_9"/>
  <p:tag name="KSO_WM_TEMPLATE_SUBCATEGORY" val="29"/>
  <p:tag name="KSO_WM_TEMPLATE_MASTER_TYPE" val="0"/>
  <p:tag name="KSO_WM_TEMPLATE_COLOR_TYPE" val="0"/>
  <p:tag name="KSO_WM_SLIDE_TYPE" val="sectionTitl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11"/>
  <p:tag name="KSO_WM_SLIDE_LAYOUT" val="a_e"/>
  <p:tag name="KSO_WM_SLIDE_LAYOUT_CNT" val="1_1"/>
</p:tagLst>
</file>

<file path=ppt/tags/tag279.xml><?xml version="1.0" encoding="utf-8"?>
<p:tagLst xmlns:p="http://schemas.openxmlformats.org/presentationml/2006/main">
  <p:tag name="KSO_WM_BEAUTIFY_FLAG" val="#wm#"/>
  <p:tag name="KSO_WM_UNIT_VALUE" val="1904*15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8254_1*d*1"/>
  <p:tag name="KSO_WM_TEMPLATE_CATEGORY" val="custom"/>
  <p:tag name="KSO_WM_TEMPLATE_INDEX" val="20238254"/>
  <p:tag name="KSO_WM_UNIT_LAYERLEVEL" val="1"/>
  <p:tag name="KSO_WM_TAG_VERSION" val="3.0"/>
  <p:tag name="KSO_WM_UNIT_LINE_FORE_SCHEMECOLOR_INDEX" val="1"/>
  <p:tag name="KSO_WM_UNIT_LINE_FILL_TYPE" val="2"/>
  <p:tag name="KSO_WM_UNIT_USESOURCEFORMAT_APPLY" val="1"/>
</p:tagLst>
</file>

<file path=ppt/tags/tag28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TEMPLATE_CATEGORY" val="custom"/>
  <p:tag name="KSO_WM_UNIT_LAYERLEVEL" val="1"/>
  <p:tag name="KSO_WM_TAG_VERSION" val="3.0"/>
  <p:tag name="KSO_WM_BEAUTIFY_FLAG" val="#wm#"/>
  <p:tag name="KSO_WM_UNIT_TEXT_FILL_FORE_SCHEMECOLOR_INDEX" val="13"/>
  <p:tag name="KSO_WM_UNIT_TEXT_FILL_TYPE" val="1"/>
  <p:tag name="KSO_WM_UNIT_USESOURCEFORMAT_APPLY" val="1"/>
  <p:tag name="KSO_WM_TEMPLATE_INDEX" val="20238254"/>
  <p:tag name="KSO_WM_UNIT_ID" val="custom20238254_1*a*1"/>
  <p:tag name="KSO_WM_UNIT_PRESET_TEXT" val="Your title here"/>
</p:tagLst>
</file>

<file path=ppt/tags/tag281.xml><?xml version="1.0" encoding="utf-8"?>
<p:tagLst xmlns:p="http://schemas.openxmlformats.org/presentationml/2006/main">
  <p:tag name="KSO_WM_TEMPLATE_MASTER_TYPE" val="0"/>
  <p:tag name="KSO_WM_TEMPLATE_COLOR_TYPE" val="0"/>
  <p:tag name="KSO_WM_BEAUTIFY_FLAG" val="#wm#"/>
  <p:tag name="KSO_WM_TEMPLATE_CATEGORY" val="custom"/>
  <p:tag name="KSO_WM_SLIDE_TYPE" val="text"/>
  <p:tag name="KSO_WM_SLIDE_SUBTYPE" val="picTxt"/>
  <p:tag name="KSO_WM_SLIDE_SIZE" val="414.6*361.249"/>
  <p:tag name="KSO_WM_SLIDE_POSITION" val="54.7*125.201"/>
  <p:tag name="KSO_WM_SLIDE_LAYOUT" val="a_d_l"/>
  <p:tag name="KSO_WM_SLIDE_LAYOUT_CNT" val="1_1_1"/>
  <p:tag name="KSO_WM_SPECIAL_SOURCE" val="bdnull"/>
  <p:tag name="KSO_WM_DIAGRAM_GROUP_CODE" val="l1-1"/>
  <p:tag name="KSO_WM_SLIDE_DIAGTYPE" val="l"/>
  <p:tag name="KSO_WM_TEMPLATE_INDEX" val="20238254"/>
  <p:tag name="KSO_WM_TEMPLATE_SUBCATEGORY" val="0"/>
  <p:tag name="KSO_WM_SLIDE_INDEX" val="1"/>
  <p:tag name="KSO_WM_TAG_VERSION" val="3.0"/>
  <p:tag name="KSO_WM_SLIDE_ID" val="custom20238254_1"/>
  <p:tag name="KSO_WM_SLIDE_ITEM_CNT" val="3"/>
</p:tagLst>
</file>

<file path=ppt/theme/theme1.xml><?xml version="1.0" encoding="utf-8"?>
<a:theme xmlns:a="http://schemas.openxmlformats.org/drawingml/2006/main" name="Office Theme">
  <a:themeElements>
    <a:clrScheme name="紫金">
      <a:dk1>
        <a:srgbClr val="000000"/>
      </a:dk1>
      <a:lt1>
        <a:srgbClr val="FFFFFF"/>
      </a:lt1>
      <a:dk2>
        <a:srgbClr val="140831"/>
      </a:dk2>
      <a:lt2>
        <a:srgbClr val="ECE6FA"/>
      </a:lt2>
      <a:accent1>
        <a:srgbClr val="D9AB7D"/>
      </a:accent1>
      <a:accent2>
        <a:srgbClr val="27125A"/>
      </a:accent2>
      <a:accent3>
        <a:srgbClr val="63489A"/>
      </a:accent3>
      <a:accent4>
        <a:srgbClr val="FF8001"/>
      </a:accent4>
      <a:accent5>
        <a:srgbClr val="4B4BE5"/>
      </a:accent5>
      <a:accent6>
        <a:srgbClr val="29D5AF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自定义 24">
      <a:dk1>
        <a:sysClr val="windowText" lastClr="000000"/>
      </a:dk1>
      <a:lt1>
        <a:sysClr val="window" lastClr="FFFFFF"/>
      </a:lt1>
      <a:dk2>
        <a:srgbClr val="3F3F3F"/>
      </a:dk2>
      <a:lt2>
        <a:srgbClr val="FFFDEB"/>
      </a:lt2>
      <a:accent1>
        <a:srgbClr val="00CC66"/>
      </a:accent1>
      <a:accent2>
        <a:srgbClr val="FFC858"/>
      </a:accent2>
      <a:accent3>
        <a:srgbClr val="0C89F0"/>
      </a:accent3>
      <a:accent4>
        <a:srgbClr val="B71CC3"/>
      </a:accent4>
      <a:accent5>
        <a:srgbClr val="181FB1"/>
      </a:accent5>
      <a:accent6>
        <a:srgbClr val="33CCFF"/>
      </a:accent6>
      <a:hlink>
        <a:srgbClr val="0563C1"/>
      </a:hlink>
      <a:folHlink>
        <a:srgbClr val="954F72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DCD6CA"/>
          </a:solidFill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自定义 57">
      <a:dk1>
        <a:srgbClr val="000000"/>
      </a:dk1>
      <a:lt1>
        <a:srgbClr val="FFFFFF"/>
      </a:lt1>
      <a:dk2>
        <a:srgbClr val="043460"/>
      </a:dk2>
      <a:lt2>
        <a:srgbClr val="EFFFFF"/>
      </a:lt2>
      <a:accent1>
        <a:srgbClr val="09FFFF"/>
      </a:accent1>
      <a:accent2>
        <a:srgbClr val="1ADCFF"/>
      </a:accent2>
      <a:accent3>
        <a:srgbClr val="0F54FF"/>
      </a:accent3>
      <a:accent4>
        <a:srgbClr val="3D97FF"/>
      </a:accent4>
      <a:accent5>
        <a:srgbClr val="4F74FF"/>
      </a:accent5>
      <a:accent6>
        <a:srgbClr val="6051FF"/>
      </a:accent6>
      <a:hlink>
        <a:srgbClr val="4472C4"/>
      </a:hlink>
      <a:folHlink>
        <a:srgbClr val="BFBFBF"/>
      </a:folHlink>
    </a:clrScheme>
    <a:fontScheme name="字体-商务">
      <a:majorFont>
        <a:latin typeface="Inter Bold"/>
        <a:ea typeface="Inter Bold"/>
        <a:cs typeface=""/>
      </a:majorFont>
      <a:minorFont>
        <a:latin typeface="Inter"/>
        <a:ea typeface="Inte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DCD6CA"/>
          </a:solidFill>
          <a:prstDash val="soli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3380</Words>
  <Application>WPS Presentation</Application>
  <PresentationFormat>宽屏</PresentationFormat>
  <Paragraphs>128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SimSun</vt:lpstr>
      <vt:lpstr>Wingdings</vt:lpstr>
      <vt:lpstr>Wingdings</vt:lpstr>
      <vt:lpstr>Verdana</vt:lpstr>
      <vt:lpstr>Lato</vt:lpstr>
      <vt:lpstr>Segoe Print</vt:lpstr>
      <vt:lpstr>Microsoft YaHei</vt:lpstr>
      <vt:lpstr>Arial Unicode MS</vt:lpstr>
      <vt:lpstr>Manrope ExtraBold</vt:lpstr>
      <vt:lpstr>Inter</vt:lpstr>
      <vt:lpstr>Inter Bold</vt:lpstr>
      <vt:lpstr>Office Theme</vt:lpstr>
      <vt:lpstr>1_Office Theme</vt:lpstr>
      <vt:lpstr>2_Office Theme</vt:lpstr>
      <vt:lpstr>PowerPoint 演示文稿</vt:lpstr>
      <vt:lpstr>La crisis no expone la falta de planes. Expone planes que no funcionan. </vt:lpstr>
      <vt:lpstr>El mercado dejará de pagar por planes documentados. Pagará solo por resiliencia que funcione en la crisis. </vt:lpstr>
      <vt:lpstr>Esta alianza convierte proyectos puntuales en relaciones estratégicas de largo plazo.</vt:lpstr>
      <vt:lpstr>defcon5 transforma la continuidad de un documento a un sistema vivo.</vt:lpstr>
      <vt:lpstr>El Cliente deja de “cumplir con continuidad” y pasa a controlar la disrupción.</vt:lpstr>
      <vt:lpstr>Una alianza clara. Un liderazgo incuestionable de la Consultora.. </vt:lpstr>
      <vt:lpstr>Vea cómo su metodología opera en tiempo real con defcon5.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 Villalobos</dc:creator>
  <cp:lastModifiedBy>Marco Villalobos</cp:lastModifiedBy>
  <cp:revision>30</cp:revision>
  <dcterms:created xsi:type="dcterms:W3CDTF">2025-07-23T00:59:00Z</dcterms:created>
  <dcterms:modified xsi:type="dcterms:W3CDTF">2026-01-25T15:16:41Z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2058-12.2.0.23196</vt:lpwstr>
  </property>
  <property fmtid="{D5CDD505-2E9C-101B-9397-08002B2CF9AE}" pid="3" name="ICV">
    <vt:lpwstr>5286DDCA1D364E2AB6D9FD4E905E8959_13</vt:lpwstr>
  </property>
</Properties>
</file>