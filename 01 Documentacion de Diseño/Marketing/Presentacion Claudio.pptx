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7"/>
  </p:notesMasterIdLst>
  <p:handoutMasterIdLst>
    <p:handoutMasterId r:id="rId14"/>
  </p:handoutMasterIdLst>
  <p:sldIdLst>
    <p:sldId id="263" r:id="rId5"/>
    <p:sldId id="269" r:id="rId6"/>
    <p:sldId id="270" r:id="rId8"/>
    <p:sldId id="268" r:id="rId9"/>
    <p:sldId id="264" r:id="rId10"/>
    <p:sldId id="262" r:id="rId11"/>
    <p:sldId id="271" r:id="rId12"/>
    <p:sldId id="272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3.jpeg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0" Type="http://schemas.openxmlformats.org/officeDocument/2006/relationships/tags" Target="../tags/tag87.xml"/><Relationship Id="rId2" Type="http://schemas.openxmlformats.org/officeDocument/2006/relationships/tags" Target="../tags/tag69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image" Target="../media/image5.png"/><Relationship Id="rId5" Type="http://schemas.openxmlformats.org/officeDocument/2006/relationships/tags" Target="../tags/tag176.xml"/><Relationship Id="rId4" Type="http://schemas.openxmlformats.org/officeDocument/2006/relationships/image" Target="../media/image4.png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image" Target="../media/image5.png"/><Relationship Id="rId5" Type="http://schemas.openxmlformats.org/officeDocument/2006/relationships/tags" Target="../tags/tag194.xml"/><Relationship Id="rId4" Type="http://schemas.openxmlformats.org/officeDocument/2006/relationships/image" Target="../media/image4.png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image" Target="../media/image5.png"/><Relationship Id="rId5" Type="http://schemas.openxmlformats.org/officeDocument/2006/relationships/tags" Target="../tags/tag202.xml"/><Relationship Id="rId4" Type="http://schemas.openxmlformats.org/officeDocument/2006/relationships/image" Target="../media/image4.png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image" Target="../media/image5.png"/><Relationship Id="rId5" Type="http://schemas.openxmlformats.org/officeDocument/2006/relationships/tags" Target="../tags/tag242.xml"/><Relationship Id="rId4" Type="http://schemas.openxmlformats.org/officeDocument/2006/relationships/image" Target="../media/image4.png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5" Type="http://schemas.openxmlformats.org/officeDocument/2006/relationships/tags" Target="../tags/tag251.xml"/><Relationship Id="rId14" Type="http://schemas.openxmlformats.org/officeDocument/2006/relationships/tags" Target="../tags/tag250.xml"/><Relationship Id="rId13" Type="http://schemas.openxmlformats.org/officeDocument/2006/relationships/tags" Target="../tags/tag249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 userDrawn="1"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1163955" y="523875"/>
            <a:ext cx="6628130" cy="3411855"/>
          </a:xfrm>
        </p:spPr>
        <p:txBody>
          <a:bodyPr wrap="square" anchor="b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>
            <a:no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0"/>
            </p:custDataLst>
          </p:nvPr>
        </p:nvSpPr>
        <p:spPr>
          <a:xfrm>
            <a:off x="1163638" y="4553893"/>
            <a:ext cx="6628158" cy="106435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15" name="矩形 14"/>
          <p:cNvSpPr/>
          <p:nvPr userDrawn="1">
            <p:custDataLst>
              <p:tags r:id="rId11"/>
            </p:custDataLst>
          </p:nvPr>
        </p:nvSpPr>
        <p:spPr>
          <a:xfrm>
            <a:off x="1163638" y="4304430"/>
            <a:ext cx="684000" cy="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en-US">
              <a:solidFill>
                <a:schemeClr val="accen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271462" y="452438"/>
            <a:ext cx="11649076" cy="61245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图形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3501234"/>
          </a:xfrm>
          <a:custGeom>
            <a:avLst/>
            <a:gdLst>
              <a:gd name="connsiteX0" fmla="*/ 0 w 12192000"/>
              <a:gd name="connsiteY0" fmla="*/ 2699336 h 4235386"/>
              <a:gd name="connsiteX1" fmla="*/ 0 w 12192000"/>
              <a:gd name="connsiteY1" fmla="*/ 0 h 4235386"/>
              <a:gd name="connsiteX2" fmla="*/ 12192000 w 12192000"/>
              <a:gd name="connsiteY2" fmla="*/ 0 h 4235386"/>
              <a:gd name="connsiteX3" fmla="*/ 12192000 w 12192000"/>
              <a:gd name="connsiteY3" fmla="*/ 2699336 h 4235386"/>
              <a:gd name="connsiteX4" fmla="*/ 6096000 w 12192000"/>
              <a:gd name="connsiteY4" fmla="*/ 4235386 h 4235386"/>
              <a:gd name="connsiteX5" fmla="*/ 0 w 12192000"/>
              <a:gd name="connsiteY5" fmla="*/ 2699336 h 4235386"/>
              <a:gd name="connsiteX0-1" fmla="*/ 0 w 12192000"/>
              <a:gd name="connsiteY0-2" fmla="*/ 2699336 h 4094834"/>
              <a:gd name="connsiteX1-3" fmla="*/ 0 w 12192000"/>
              <a:gd name="connsiteY1-4" fmla="*/ 0 h 4094834"/>
              <a:gd name="connsiteX2-5" fmla="*/ 12192000 w 12192000"/>
              <a:gd name="connsiteY2-6" fmla="*/ 0 h 4094834"/>
              <a:gd name="connsiteX3-7" fmla="*/ 12192000 w 12192000"/>
              <a:gd name="connsiteY3-8" fmla="*/ 2699336 h 4094834"/>
              <a:gd name="connsiteX4-9" fmla="*/ 6102395 w 12192000"/>
              <a:gd name="connsiteY4-10" fmla="*/ 4094834 h 4094834"/>
              <a:gd name="connsiteX5-11" fmla="*/ 0 w 12192000"/>
              <a:gd name="connsiteY5-12" fmla="*/ 2699336 h 4094834"/>
              <a:gd name="connsiteX0-13" fmla="*/ 0 w 12192000"/>
              <a:gd name="connsiteY0-14" fmla="*/ 2699336 h 4094834"/>
              <a:gd name="connsiteX1-15" fmla="*/ 0 w 12192000"/>
              <a:gd name="connsiteY1-16" fmla="*/ 0 h 4094834"/>
              <a:gd name="connsiteX2-17" fmla="*/ 12192000 w 12192000"/>
              <a:gd name="connsiteY2-18" fmla="*/ 0 h 4094834"/>
              <a:gd name="connsiteX3-19" fmla="*/ 12192000 w 12192000"/>
              <a:gd name="connsiteY3-20" fmla="*/ 2699336 h 4094834"/>
              <a:gd name="connsiteX4-21" fmla="*/ 6102395 w 12192000"/>
              <a:gd name="connsiteY4-22" fmla="*/ 4094834 h 4094834"/>
              <a:gd name="connsiteX5-23" fmla="*/ 0 w 12192000"/>
              <a:gd name="connsiteY5-24" fmla="*/ 2699336 h 4094834"/>
              <a:gd name="connsiteX0-25" fmla="*/ 0 w 12192000"/>
              <a:gd name="connsiteY0-26" fmla="*/ 2699336 h 4094834"/>
              <a:gd name="connsiteX1-27" fmla="*/ 0 w 12192000"/>
              <a:gd name="connsiteY1-28" fmla="*/ 0 h 4094834"/>
              <a:gd name="connsiteX2-29" fmla="*/ 12192000 w 12192000"/>
              <a:gd name="connsiteY2-30" fmla="*/ 0 h 4094834"/>
              <a:gd name="connsiteX3-31" fmla="*/ 12192000 w 12192000"/>
              <a:gd name="connsiteY3-32" fmla="*/ 2699336 h 4094834"/>
              <a:gd name="connsiteX4-33" fmla="*/ 6102395 w 12192000"/>
              <a:gd name="connsiteY4-34" fmla="*/ 4094834 h 4094834"/>
              <a:gd name="connsiteX5-35" fmla="*/ 0 w 12192000"/>
              <a:gd name="connsiteY5-36" fmla="*/ 2699336 h 4094834"/>
              <a:gd name="connsiteX0-37" fmla="*/ 0 w 12192000"/>
              <a:gd name="connsiteY0-38" fmla="*/ 2699336 h 4094834"/>
              <a:gd name="connsiteX1-39" fmla="*/ 0 w 12192000"/>
              <a:gd name="connsiteY1-40" fmla="*/ 0 h 4094834"/>
              <a:gd name="connsiteX2-41" fmla="*/ 12192000 w 12192000"/>
              <a:gd name="connsiteY2-42" fmla="*/ 0 h 4094834"/>
              <a:gd name="connsiteX3-43" fmla="*/ 12192000 w 12192000"/>
              <a:gd name="connsiteY3-44" fmla="*/ 2699336 h 4094834"/>
              <a:gd name="connsiteX4-45" fmla="*/ 6102395 w 12192000"/>
              <a:gd name="connsiteY4-46" fmla="*/ 4094834 h 4094834"/>
              <a:gd name="connsiteX5-47" fmla="*/ 0 w 12192000"/>
              <a:gd name="connsiteY5-48" fmla="*/ 2699336 h 4094834"/>
              <a:gd name="connsiteX0-49" fmla="*/ 0 w 12192000"/>
              <a:gd name="connsiteY0-50" fmla="*/ 2699336 h 4050449"/>
              <a:gd name="connsiteX1-51" fmla="*/ 0 w 12192000"/>
              <a:gd name="connsiteY1-52" fmla="*/ 0 h 4050449"/>
              <a:gd name="connsiteX2-53" fmla="*/ 12192000 w 12192000"/>
              <a:gd name="connsiteY2-54" fmla="*/ 0 h 4050449"/>
              <a:gd name="connsiteX3-55" fmla="*/ 12192000 w 12192000"/>
              <a:gd name="connsiteY3-56" fmla="*/ 2699336 h 4050449"/>
              <a:gd name="connsiteX4-57" fmla="*/ 6108789 w 12192000"/>
              <a:gd name="connsiteY4-58" fmla="*/ 4050449 h 4050449"/>
              <a:gd name="connsiteX5-59" fmla="*/ 0 w 12192000"/>
              <a:gd name="connsiteY5-60" fmla="*/ 2699336 h 40504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192000" h="4050449">
                <a:moveTo>
                  <a:pt x="0" y="2699336"/>
                </a:moveTo>
                <a:lnTo>
                  <a:pt x="0" y="0"/>
                </a:lnTo>
                <a:lnTo>
                  <a:pt x="12192000" y="0"/>
                </a:lnTo>
                <a:lnTo>
                  <a:pt x="12192000" y="2699336"/>
                </a:lnTo>
                <a:cubicBezTo>
                  <a:pt x="9432701" y="3723367"/>
                  <a:pt x="8193585" y="4050449"/>
                  <a:pt x="6108789" y="4050449"/>
                </a:cubicBezTo>
                <a:cubicBezTo>
                  <a:pt x="4023993" y="4050449"/>
                  <a:pt x="2759319" y="3723367"/>
                  <a:pt x="0" y="2699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38000">
                <a:schemeClr val="accent2">
                  <a:lumMod val="50000"/>
                </a:schemeClr>
              </a:gs>
            </a:gsLst>
            <a:lin ang="8100000" scaled="1"/>
            <a:tileRect/>
          </a:gradFill>
          <a:ln w="4762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77111" y="1273862"/>
            <a:ext cx="10437779" cy="1081088"/>
          </a:xfrm>
        </p:spPr>
        <p:txBody>
          <a:bodyPr wrap="square" anchor="b">
            <a:normAutofit/>
          </a:bodyPr>
          <a:lstStyle>
            <a:lvl1pPr algn="ctr"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萤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81355" y="2541270"/>
            <a:ext cx="10829925" cy="1536700"/>
          </a:xfrm>
        </p:spPr>
        <p:txBody>
          <a:bodyPr wrap="square" anchor="t">
            <a:normAutofit/>
          </a:bodyPr>
          <a:lstStyle>
            <a:lvl1pPr algn="ctr">
              <a:defRPr sz="40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681355" y="136525"/>
            <a:ext cx="10829925" cy="227711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8000" b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5602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46687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1862051"/>
            <a:ext cx="5157787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246687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1862051"/>
            <a:ext cx="5183188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1038" y="360000"/>
            <a:ext cx="1081376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35075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681038" y="280987"/>
            <a:ext cx="10829924" cy="3148013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 userDrawn="1">
            <p:custDataLst>
              <p:tags r:id="rId2"/>
            </p:custDataLst>
          </p:nvPr>
        </p:nvCxnSpPr>
        <p:spPr>
          <a:xfrm>
            <a:off x="9105265" y="58674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3"/>
            </p:custDataLst>
          </p:nvPr>
        </p:nvCxnSpPr>
        <p:spPr>
          <a:xfrm>
            <a:off x="9105265" y="64516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4"/>
            </p:custDataLst>
          </p:nvPr>
        </p:nvCxnSpPr>
        <p:spPr>
          <a:xfrm>
            <a:off x="9105265" y="70358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副标题"/>
          <p:cNvSpPr>
            <a:spLocks noGrp="1"/>
          </p:cNvSpPr>
          <p:nvPr>
            <p:ph type="body" idx="32" hasCustomPrompt="1"/>
            <p:custDataLst>
              <p:tags r:id="rId5"/>
            </p:custDataLst>
          </p:nvPr>
        </p:nvSpPr>
        <p:spPr>
          <a:xfrm>
            <a:off x="1689735" y="2755316"/>
            <a:ext cx="7549515" cy="67754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7" name="标题"/>
          <p:cNvSpPr>
            <a:spLocks noGrp="1"/>
          </p:cNvSpPr>
          <p:nvPr>
            <p:ph type="title" idx="31" hasCustomPrompt="1"/>
            <p:custDataLst>
              <p:tags r:id="rId6"/>
            </p:custDataLst>
          </p:nvPr>
        </p:nvSpPr>
        <p:spPr>
          <a:xfrm>
            <a:off x="1689735" y="98425"/>
            <a:ext cx="9169400" cy="26536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11" name="椭圆 10"/>
          <p:cNvSpPr/>
          <p:nvPr userDrawn="1">
            <p:custDataLst>
              <p:tags r:id="rId7"/>
            </p:custDataLst>
          </p:nvPr>
        </p:nvSpPr>
        <p:spPr>
          <a:xfrm>
            <a:off x="2440305" y="3308985"/>
            <a:ext cx="71755" cy="71755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35" name="椭圆 34"/>
          <p:cNvSpPr/>
          <p:nvPr userDrawn="1">
            <p:custDataLst>
              <p:tags r:id="rId11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任意多边形 2"/>
          <p:cNvSpPr/>
          <p:nvPr userDrawn="1">
            <p:custDataLst>
              <p:tags r:id="rId12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任意多边形 39"/>
          <p:cNvSpPr/>
          <p:nvPr userDrawn="1">
            <p:custDataLst>
              <p:tags r:id="rId13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任意多边形 40"/>
          <p:cNvSpPr/>
          <p:nvPr userDrawn="1">
            <p:custDataLst>
              <p:tags r:id="rId14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任意多边形 41"/>
          <p:cNvSpPr/>
          <p:nvPr userDrawn="1">
            <p:custDataLst>
              <p:tags r:id="rId15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椭圆 42"/>
          <p:cNvSpPr/>
          <p:nvPr userDrawn="1">
            <p:custDataLst>
              <p:tags r:id="rId16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椭圆 43"/>
          <p:cNvSpPr/>
          <p:nvPr userDrawn="1">
            <p:custDataLst>
              <p:tags r:id="rId17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椭圆 44"/>
          <p:cNvSpPr/>
          <p:nvPr userDrawn="1">
            <p:custDataLst>
              <p:tags r:id="rId18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1783715" y="3472865"/>
            <a:ext cx="1574800" cy="45592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矩形: 剪去对角 8"/>
          <p:cNvSpPr/>
          <p:nvPr userDrawn="1">
            <p:custDataLst>
              <p:tags r:id="rId20"/>
            </p:custDataLst>
          </p:nvPr>
        </p:nvSpPr>
        <p:spPr>
          <a:xfrm>
            <a:off x="1783715" y="3485564"/>
            <a:ext cx="1574800" cy="455930"/>
          </a:xfrm>
          <a:prstGeom prst="snip2Diag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R="0" lvl="0" indent="-228600" algn="ctr" fontAlgn="auto">
              <a:lnSpc>
                <a:spcPct val="110000"/>
              </a:lnSpc>
              <a:spcBef>
                <a:spcPts val="1000"/>
              </a:spcBef>
              <a:buClrTx/>
              <a:buSzTx/>
              <a:buFontTx/>
              <a:buNone/>
            </a:pPr>
            <a:endParaRPr kumimoji="0" lang="en-US" sz="1400" b="0" i="0" u="none" strike="noStrike" cap="none" spc="0" normalizeH="0" baseline="0" noProof="1">
              <a:ln>
                <a:noFill/>
                <a:prstDash val="sysDot"/>
              </a:ln>
              <a:solidFill>
                <a:schemeClr val="accent1"/>
              </a:solidFill>
              <a:uFillTx/>
              <a:latin typeface="+mj-lt"/>
              <a:sym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sz="1800" u="none" strike="noStrike" kern="1200" cap="none" spc="0" normalizeH="0"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>
              <a:defRPr sz="1600">
                <a:latin typeface="+mn-lt"/>
                <a:sym typeface="+mn-ea"/>
              </a:defRPr>
            </a:lvl2pPr>
            <a:lvl3pPr>
              <a:defRPr sz="1600">
                <a:latin typeface="+mn-lt"/>
                <a:sym typeface="+mn-ea"/>
              </a:defRPr>
            </a:lvl3pPr>
            <a:lvl4pPr>
              <a:defRPr sz="1400">
                <a:latin typeface="+mn-lt"/>
                <a:sym typeface="+mn-ea"/>
              </a:defRPr>
            </a:lvl4pPr>
            <a:lvl5pPr>
              <a:defRPr sz="1400">
                <a:latin typeface="+mn-lt"/>
                <a:sym typeface="+mn-ea"/>
              </a:defRPr>
            </a:lvl5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13" hasCustomPrompt="1"/>
            <p:custDataLst>
              <p:tags r:id="rId2"/>
            </p:custDataLst>
          </p:nvPr>
        </p:nvSpPr>
        <p:spPr>
          <a:xfrm>
            <a:off x="429895" y="454025"/>
            <a:ext cx="6546801" cy="1016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400" b="1" i="0" u="none" strike="noStrike" kern="1200" cap="none" spc="0" normalizeH="0" baseline="0" noProof="1" dirty="0">
                <a:solidFill>
                  <a:schemeClr val="accent1"/>
                </a:solidFill>
                <a:effectLst/>
                <a:latin typeface="+mj-lt"/>
                <a:sym typeface="+mn-ea"/>
              </a:defRPr>
            </a:lvl1pPr>
          </a:lstStyle>
          <a:p>
            <a:pPr lvl="0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14" name="矩形 13"/>
          <p:cNvSpPr/>
          <p:nvPr userDrawn="1">
            <p:custDataLst>
              <p:tags r:id="rId6"/>
            </p:custDataLst>
          </p:nvPr>
        </p:nvSpPr>
        <p:spPr>
          <a:xfrm flipH="1">
            <a:off x="8221980" y="6144260"/>
            <a:ext cx="904875" cy="492125"/>
          </a:xfrm>
          <a:prstGeom prst="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>
            <a:noFill/>
            <a:prstDash val="solid"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 userDrawn="1">
            <p:custDataLst>
              <p:tags r:id="rId7"/>
            </p:custDataLst>
          </p:nvPr>
        </p:nvSpPr>
        <p:spPr>
          <a:xfrm flipH="1">
            <a:off x="7935595" y="6430010"/>
            <a:ext cx="676910" cy="330200"/>
          </a:xfrm>
          <a:prstGeom prst="rect">
            <a:avLst/>
          </a:prstGeom>
          <a:solidFill>
            <a:schemeClr val="accent1">
              <a:lumMod val="60000"/>
              <a:lumOff val="40000"/>
              <a:alpha val="5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椭圆 17"/>
          <p:cNvSpPr/>
          <p:nvPr userDrawn="1">
            <p:custDataLst>
              <p:tags r:id="rId8"/>
            </p:custDataLst>
          </p:nvPr>
        </p:nvSpPr>
        <p:spPr>
          <a:xfrm flipH="1">
            <a:off x="6774815" y="475234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椭圆 18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9277985" y="6059170"/>
            <a:ext cx="144145" cy="144145"/>
          </a:xfrm>
          <a:prstGeom prst="ellipse">
            <a:avLst/>
          </a:prstGeom>
          <a:noFill/>
          <a:ln w="25400">
            <a:solidFill>
              <a:schemeClr val="accent2">
                <a:alpha val="12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任意多边形 19"/>
          <p:cNvSpPr/>
          <p:nvPr userDrawn="1">
            <p:custDataLst>
              <p:tags r:id="rId10"/>
            </p:custDataLst>
          </p:nvPr>
        </p:nvSpPr>
        <p:spPr>
          <a:xfrm flipH="1">
            <a:off x="2540" y="472440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任意多边形 20"/>
          <p:cNvSpPr/>
          <p:nvPr userDrawn="1">
            <p:custDataLst>
              <p:tags r:id="rId11"/>
            </p:custDataLst>
          </p:nvPr>
        </p:nvSpPr>
        <p:spPr>
          <a:xfrm flipH="1">
            <a:off x="1270" y="501015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任意多边形 21"/>
          <p:cNvSpPr/>
          <p:nvPr userDrawn="1">
            <p:custDataLst>
              <p:tags r:id="rId12"/>
            </p:custDataLst>
          </p:nvPr>
        </p:nvSpPr>
        <p:spPr>
          <a:xfrm flipH="1">
            <a:off x="1270" y="523176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任意多边形 22"/>
          <p:cNvSpPr/>
          <p:nvPr userDrawn="1">
            <p:custDataLst>
              <p:tags r:id="rId13"/>
            </p:custDataLst>
          </p:nvPr>
        </p:nvSpPr>
        <p:spPr>
          <a:xfrm flipH="1">
            <a:off x="2540" y="548449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椭圆 23"/>
          <p:cNvSpPr/>
          <p:nvPr userDrawn="1">
            <p:custDataLst>
              <p:tags r:id="rId14"/>
            </p:custDataLst>
          </p:nvPr>
        </p:nvSpPr>
        <p:spPr>
          <a:xfrm flipH="1">
            <a:off x="4275455" y="631063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椭圆 24"/>
          <p:cNvSpPr/>
          <p:nvPr userDrawn="1">
            <p:custDataLst>
              <p:tags r:id="rId15"/>
            </p:custDataLst>
          </p:nvPr>
        </p:nvSpPr>
        <p:spPr>
          <a:xfrm flipH="1">
            <a:off x="10067290" y="555244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椭圆 25"/>
          <p:cNvSpPr/>
          <p:nvPr userDrawn="1">
            <p:custDataLst>
              <p:tags r:id="rId16"/>
            </p:custDataLst>
          </p:nvPr>
        </p:nvSpPr>
        <p:spPr>
          <a:xfrm flipH="1">
            <a:off x="1334770" y="613854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"/>
          <p:cNvSpPr txBox="1">
            <a:spLocks noGrp="1"/>
          </p:cNvSpPr>
          <p:nvPr>
            <p:ph type="title" idx="13" hasCustomPrompt="1"/>
            <p:custDataLst>
              <p:tags r:id="rId2"/>
            </p:custDataLst>
          </p:nvPr>
        </p:nvSpPr>
        <p:spPr>
          <a:xfrm>
            <a:off x="3891280" y="1578610"/>
            <a:ext cx="6968490" cy="21018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5" name="节编号"/>
          <p:cNvSpPr txBox="1">
            <a:spLocks noGrp="1"/>
          </p:cNvSpPr>
          <p:nvPr>
            <p:ph type="body" idx="9" hasCustomPrompt="1"/>
            <p:custDataLst>
              <p:tags r:id="rId3"/>
            </p:custDataLst>
          </p:nvPr>
        </p:nvSpPr>
        <p:spPr>
          <a:xfrm>
            <a:off x="577850" y="1579880"/>
            <a:ext cx="3261995" cy="210058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1500" b="0" i="0" u="none" strike="noStrike" kern="1200" cap="none" spc="0" normalizeH="0" baseline="0" noProof="1" dirty="0">
                <a:ln w="12700" cmpd="sng">
                  <a:solidFill>
                    <a:schemeClr val="accent1"/>
                  </a:solidFill>
                  <a:prstDash val="solid"/>
                </a:ln>
                <a:noFill/>
                <a:latin typeface="+mn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 text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51" name="椭圆 50"/>
          <p:cNvSpPr/>
          <p:nvPr userDrawn="1">
            <p:custDataLst>
              <p:tags r:id="rId7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任意多边形 51"/>
          <p:cNvSpPr/>
          <p:nvPr userDrawn="1">
            <p:custDataLst>
              <p:tags r:id="rId8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任意多边形 52"/>
          <p:cNvSpPr/>
          <p:nvPr userDrawn="1">
            <p:custDataLst>
              <p:tags r:id="rId9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 53"/>
          <p:cNvSpPr/>
          <p:nvPr userDrawn="1">
            <p:custDataLst>
              <p:tags r:id="rId10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任意多边形 54"/>
          <p:cNvSpPr/>
          <p:nvPr userDrawn="1">
            <p:custDataLst>
              <p:tags r:id="rId11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5"/>
          <p:cNvSpPr/>
          <p:nvPr userDrawn="1">
            <p:custDataLst>
              <p:tags r:id="rId12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6"/>
          <p:cNvSpPr/>
          <p:nvPr userDrawn="1">
            <p:custDataLst>
              <p:tags r:id="rId13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7"/>
          <p:cNvSpPr/>
          <p:nvPr userDrawn="1">
            <p:custDataLst>
              <p:tags r:id="rId14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"/>
          <p:cNvSpPr txBox="1">
            <a:spLocks noGrp="1"/>
          </p:cNvSpPr>
          <p:nvPr>
            <p:ph type="title" idx="32" hasCustomPrompt="1"/>
            <p:custDataLst>
              <p:tags r:id="rId2"/>
            </p:custDataLst>
          </p:nvPr>
        </p:nvSpPr>
        <p:spPr>
          <a:xfrm>
            <a:off x="977900" y="1165225"/>
            <a:ext cx="6128385" cy="18135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24" name="直接连接符 23"/>
          <p:cNvCxnSpPr/>
          <p:nvPr userDrawn="1">
            <p:custDataLst>
              <p:tags r:id="rId3"/>
            </p:custDataLst>
          </p:nvPr>
        </p:nvCxnSpPr>
        <p:spPr>
          <a:xfrm>
            <a:off x="11137265" y="59055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4"/>
            </p:custDataLst>
          </p:nvPr>
        </p:nvCxnSpPr>
        <p:spPr>
          <a:xfrm>
            <a:off x="11137265" y="64897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5"/>
            </p:custDataLst>
          </p:nvPr>
        </p:nvCxnSpPr>
        <p:spPr>
          <a:xfrm>
            <a:off x="11137265" y="70739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 userDrawn="1">
            <p:custDataLst>
              <p:tags r:id="rId6"/>
            </p:custDataLst>
          </p:nvPr>
        </p:nvSpPr>
        <p:spPr>
          <a:xfrm flipH="1">
            <a:off x="7891780" y="3303270"/>
            <a:ext cx="71755" cy="71755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51" name="椭圆 50"/>
          <p:cNvSpPr/>
          <p:nvPr userDrawn="1">
            <p:custDataLst>
              <p:tags r:id="rId10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任意多边形 51"/>
          <p:cNvSpPr/>
          <p:nvPr userDrawn="1">
            <p:custDataLst>
              <p:tags r:id="rId11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任意多边形 52"/>
          <p:cNvSpPr/>
          <p:nvPr userDrawn="1">
            <p:custDataLst>
              <p:tags r:id="rId12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 53"/>
          <p:cNvSpPr/>
          <p:nvPr userDrawn="1">
            <p:custDataLst>
              <p:tags r:id="rId13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任意多边形 54"/>
          <p:cNvSpPr/>
          <p:nvPr userDrawn="1">
            <p:custDataLst>
              <p:tags r:id="rId14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5"/>
          <p:cNvSpPr/>
          <p:nvPr userDrawn="1">
            <p:custDataLst>
              <p:tags r:id="rId15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6"/>
          <p:cNvSpPr/>
          <p:nvPr userDrawn="1">
            <p:custDataLst>
              <p:tags r:id="rId16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7"/>
          <p:cNvSpPr/>
          <p:nvPr userDrawn="1">
            <p:custDataLst>
              <p:tags r:id="rId17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977900" y="2978785"/>
            <a:ext cx="1569085" cy="39624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635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type="body" idx="2" hasCustomPrompt="1"/>
            <p:custDataLst>
              <p:tags r:id="rId12"/>
            </p:custDataLst>
          </p:nvPr>
        </p:nvSpPr>
        <p:spPr>
          <a:xfrm>
            <a:off x="1929130" y="3429000"/>
            <a:ext cx="8334375" cy="4329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266825" y="136525"/>
            <a:ext cx="9679940" cy="3126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8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>
                <a:sym typeface="+mn-ea"/>
              </a:rPr>
              <a:t>Click to add title</a:t>
            </a:r>
            <a:endParaRPr lang="en-US" dirty="0">
              <a:latin typeface="+mj-lt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cxnSp>
        <p:nvCxnSpPr>
          <p:cNvPr id="47" name="直接连接符 46"/>
          <p:cNvCxnSpPr/>
          <p:nvPr userDrawn="1">
            <p:custDataLst>
              <p:tags r:id="rId7"/>
            </p:custDataLst>
          </p:nvPr>
        </p:nvCxnSpPr>
        <p:spPr>
          <a:xfrm>
            <a:off x="2482182" y="1122981"/>
            <a:ext cx="96132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516423" y="291071"/>
            <a:ext cx="7067708" cy="831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sp>
        <p:nvSpPr>
          <p:cNvPr id="57" name="燕尾形 56"/>
          <p:cNvSpPr/>
          <p:nvPr userDrawn="1">
            <p:custDataLst>
              <p:tags r:id="rId7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8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2500489" y="2426407"/>
            <a:ext cx="7191021" cy="64304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1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+mn-lt"/>
              </a:defRPr>
            </a:lvl1pPr>
          </a:lstStyle>
          <a:p>
            <a:pPr lvl="0" algn="ctr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2500489" y="3180306"/>
            <a:ext cx="7191022" cy="177198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2233930" y="1696085"/>
            <a:ext cx="7724140" cy="2343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73.xml"/><Relationship Id="rId16" Type="http://schemas.openxmlformats.org/officeDocument/2006/relationships/tags" Target="../tags/tag172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2" Type="http://schemas.openxmlformats.org/officeDocument/2006/relationships/theme" Target="../theme/theme3.xml"/><Relationship Id="rId21" Type="http://schemas.openxmlformats.org/officeDocument/2006/relationships/tags" Target="../tags/tag264.xml"/><Relationship Id="rId20" Type="http://schemas.openxmlformats.org/officeDocument/2006/relationships/tags" Target="../tags/tag263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262.xml"/><Relationship Id="rId18" Type="http://schemas.openxmlformats.org/officeDocument/2006/relationships/tags" Target="../tags/tag261.xml"/><Relationship Id="rId17" Type="http://schemas.openxmlformats.org/officeDocument/2006/relationships/tags" Target="../tags/tag260.xml"/><Relationship Id="rId16" Type="http://schemas.openxmlformats.org/officeDocument/2006/relationships/tags" Target="../tags/tag259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800" y="1235075"/>
            <a:ext cx="10800000" cy="4891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 txBox="1">
            <a:spLocks noGrp="1"/>
          </p:cNvSpPr>
          <p:nvPr>
            <p:ph type="body" idx="2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3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14"/>
            </p:custDataLst>
          </p:nvPr>
        </p:nvCxnSpPr>
        <p:spPr>
          <a:xfrm flipV="1">
            <a:off x="583974" y="0"/>
            <a:ext cx="0" cy="644044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直接连接符 8"/>
          <p:cNvCxnSpPr/>
          <p:nvPr userDrawn="1">
            <p:custDataLst>
              <p:tags r:id="rId15"/>
            </p:custDataLst>
          </p:nvPr>
        </p:nvCxnSpPr>
        <p:spPr>
          <a:xfrm flipV="1">
            <a:off x="405554" y="0"/>
            <a:ext cx="0" cy="805603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6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67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tags" Target="../tags/tag2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69.xml"/><Relationship Id="rId2" Type="http://schemas.openxmlformats.org/officeDocument/2006/relationships/image" Target="../media/image8.png"/><Relationship Id="rId1" Type="http://schemas.openxmlformats.org/officeDocument/2006/relationships/tags" Target="../tags/tag2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4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image" Target="../media/image9.png"/><Relationship Id="rId1" Type="http://schemas.openxmlformats.org/officeDocument/2006/relationships/tags" Target="../tags/tag2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74.xml"/><Relationship Id="rId2" Type="http://schemas.openxmlformats.org/officeDocument/2006/relationships/image" Target="../media/image10.png"/><Relationship Id="rId1" Type="http://schemas.openxmlformats.org/officeDocument/2006/relationships/tags" Target="../tags/tag27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76.xml"/><Relationship Id="rId2" Type="http://schemas.openxmlformats.org/officeDocument/2006/relationships/image" Target="../media/image11.png"/><Relationship Id="rId1" Type="http://schemas.openxmlformats.org/officeDocument/2006/relationships/tags" Target="../tags/tag27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78.xml"/><Relationship Id="rId2" Type="http://schemas.openxmlformats.org/officeDocument/2006/relationships/image" Target="../media/image12.png"/><Relationship Id="rId1" Type="http://schemas.openxmlformats.org/officeDocument/2006/relationships/tags" Target="../tags/tag27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4.xml"/><Relationship Id="rId6" Type="http://schemas.openxmlformats.org/officeDocument/2006/relationships/tags" Target="../tags/tag28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tags" Target="../tags/tag280.xml"/><Relationship Id="rId2" Type="http://schemas.openxmlformats.org/officeDocument/2006/relationships/image" Target="../media/image9.png"/><Relationship Id="rId1" Type="http://schemas.openxmlformats.org/officeDocument/2006/relationships/tags" Target="../tags/tag2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 1"/>
          <p:cNvSpPr txBox="1"/>
          <p:nvPr/>
        </p:nvSpPr>
        <p:spPr>
          <a:xfrm>
            <a:off x="6566535" y="3188335"/>
            <a:ext cx="5546725" cy="1132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MX" altLang="en-US" sz="8800" b="1" i="1">
                <a:solidFill>
                  <a:srgbClr val="92D050"/>
                </a:solidFill>
                <a:latin typeface="Verdana" panose="020B0604030504040204" charset="0"/>
                <a:cs typeface="Verdana" panose="020B0604030504040204" charset="0"/>
              </a:rPr>
              <a:t>defcon5</a:t>
            </a:r>
            <a:endParaRPr lang="es-MX" altLang="en-US" sz="8800" b="1" i="1">
              <a:solidFill>
                <a:srgbClr val="92D05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6619875" y="4370070"/>
            <a:ext cx="51257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MX" sz="1400" i="1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A</a:t>
            </a:r>
            <a:r>
              <a:rPr lang="es-MX" altLang="en-US" sz="1400" i="1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utomated Resilience. Driving Systematic Continuyty. </a:t>
            </a:r>
            <a:endParaRPr lang="es-MX" altLang="en-US" sz="1400" i="1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1315" y="363855"/>
            <a:ext cx="6885305" cy="649605"/>
          </a:xfrm>
        </p:spPr>
        <p:txBody>
          <a:bodyPr wrap="square" lIns="0" tIns="0" rIns="0" bIns="0" anchor="ctr" anchorCtr="0">
            <a:noAutofit/>
          </a:bodyPr>
          <a:lstStyle/>
          <a:p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El enemigo no es la crisis</a:t>
            </a: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285750" y="1225550"/>
            <a:ext cx="6689090" cy="5530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Cuando todo falla, lo que falla no es la crisis</a:t>
            </a:r>
            <a:r>
              <a:rPr lang="es-MX" altLang="en-US" sz="15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, l</a:t>
            </a:r>
            <a:r>
              <a:rPr lang="en-US" altLang="es-MX" sz="15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o que falla es la manera de estar preparados.</a:t>
            </a:r>
            <a:endParaRPr lang="en-US" altLang="es-MX" sz="15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4" name="Cuadro de texto 13"/>
          <p:cNvSpPr txBox="1"/>
          <p:nvPr/>
        </p:nvSpPr>
        <p:spPr>
          <a:xfrm>
            <a:off x="361315" y="1990725"/>
            <a:ext cx="6678295" cy="2030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mayor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 de los planes de continuidad del negocio y de recuperaci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ante desastres siguen siendo: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s-MX" sz="1400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Archivos PDF que nadie abre en emergencia,</a:t>
            </a:r>
            <a:endParaRPr lang="en-US" altLang="es-MX" sz="1400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s-MX" sz="1400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Hojas de c</a:t>
            </a:r>
            <a:r>
              <a:rPr lang="en-US" altLang="en-US" sz="1400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sz="1400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lculo que nadie actualiza,</a:t>
            </a:r>
            <a:endParaRPr lang="en-US" altLang="es-MX" sz="1400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s-MX" sz="1400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Presentaciones que nadie recuerda.</a:t>
            </a:r>
            <a:endParaRPr lang="en-US" altLang="es-MX" sz="1400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Cuando aparece la crisis, no es que falten intenciones…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es que no hay informaci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viva que funcione bajo presi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n.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285750" y="4570095"/>
            <a:ext cx="668845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Es la informaci</a:t>
            </a:r>
            <a:r>
              <a:rPr lang="en-US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desactualizada la que mata la resiliencia.</a:t>
            </a:r>
            <a:r>
              <a:rPr lang="es-MX" altLang="en-US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</a:t>
            </a: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Y sin resiliencia, el negocio se detiene.</a:t>
            </a:r>
            <a:endParaRPr lang="en-US" altLang="es-MX" sz="20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Imagen 2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8" name="Imagen 7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9" name="Imagen 8"/>
          <p:cNvPicPr/>
          <p:nvPr/>
        </p:nvPicPr>
        <p:blipFill>
          <a:blip r:embed="rId2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40" y="-4445"/>
            <a:ext cx="4632960" cy="42284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26085" y="269240"/>
            <a:ext cx="6875145" cy="723265"/>
          </a:xfrm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es-MX" sz="2400" i="1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El costo oculto del modelo documental</a:t>
            </a:r>
            <a:endParaRPr lang="en-US" altLang="es-MX" sz="2400" i="1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375285" y="1058545"/>
            <a:ext cx="6948170" cy="11068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Documentar no es prepararse.</a:t>
            </a:r>
            <a:endParaRPr lang="en-US" altLang="es-MX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Planificar no es operar.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Tener un archivo no es resiliencia.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4" name="Cuadro de texto 13"/>
          <p:cNvSpPr txBox="1"/>
          <p:nvPr/>
        </p:nvSpPr>
        <p:spPr>
          <a:xfrm>
            <a:off x="394970" y="2245995"/>
            <a:ext cx="6949440" cy="18148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Porque mientras tu organizaci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evoluciona cada semana: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estructuras cambian,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roles rotan,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procesos se transforman…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Tus documentos quedan atrapados en el pasado.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Y cuando el reloj corre, nadie sabe qu</a:t>
            </a:r>
            <a:r>
              <a:rPr lang="en-US" altLang="en-US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é</a:t>
            </a:r>
            <a:r>
              <a:rPr lang="en-US" altLang="es-MX" sz="14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es cierto ahora.</a:t>
            </a:r>
            <a:endParaRPr lang="en-US" altLang="es-MX" sz="14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456565" y="4363720"/>
            <a:ext cx="7153910" cy="18148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Sin una plataforma viva:</a:t>
            </a:r>
            <a:endParaRPr lang="en-US" altLang="es-MX" sz="20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20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s-MX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El PDF de ayer es la incertidumbre de hoy.</a:t>
            </a:r>
            <a:endParaRPr lang="en-US" altLang="es-MX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s-MX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hoja de c</a:t>
            </a:r>
            <a:r>
              <a:rPr lang="en-US" altLang="en-US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lculo nunca reflejar</a:t>
            </a:r>
            <a:r>
              <a:rPr lang="en-US" altLang="en-US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el incidente real.</a:t>
            </a:r>
            <a:endParaRPr lang="en-US" altLang="es-MX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s-MX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Las presentaciones solo sirven para decir “s</a:t>
            </a:r>
            <a:r>
              <a:rPr lang="en-US" altLang="en-US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, lo ten</a:t>
            </a:r>
            <a:r>
              <a:rPr lang="en-US" altLang="en-US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amos”.</a:t>
            </a:r>
            <a:endParaRPr lang="en-US" altLang="es-MX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95" y="0"/>
            <a:ext cx="441833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1" t="2766" r="4541" b="9052"/>
          <a:stretch>
            <a:fillRect/>
          </a:stretch>
        </p:blipFill>
        <p:spPr>
          <a:xfrm>
            <a:off x="8545195" y="0"/>
            <a:ext cx="3646805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26085" y="542925"/>
            <a:ext cx="6875145" cy="825500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El reto real: activar, ejecutar, sostener</a:t>
            </a: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426085" y="1301115"/>
            <a:ext cx="724535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No se trata de cumplir est</a:t>
            </a:r>
            <a:r>
              <a:rPr lang="en-US" altLang="en-US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á</a:t>
            </a:r>
            <a:r>
              <a:rPr lang="en-US" altLang="es-MX" b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ndares.</a:t>
            </a:r>
            <a:endParaRPr lang="en-US" altLang="es-MX" b="1"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Se trata de responder cuando todo est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en juego.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Hoy, la norma ISO 22301 sintetiza lo que toda organizaci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quiere: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entornos alineados,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roles claros,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procesos probados,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evidencia trazable.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tualizaci</a:t>
            </a:r>
            <a:r>
              <a:rPr lang="en-US" altLang="en-US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n.</a:t>
            </a: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447040" y="3881120"/>
            <a:ext cx="7153910" cy="24612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Pero cumplirla en papel no garantiza estar listo cuando ocurre lo inesperado.</a:t>
            </a: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El verdadero valor est</a:t>
            </a:r>
            <a:r>
              <a:rPr lang="en-US" altLang="en-US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sz="20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en quien:</a:t>
            </a: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20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Activa el plan sin dudar.</a:t>
            </a:r>
            <a:endParaRPr lang="en-US" altLang="es-MX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Ejecuta acciones en tiempo real.</a:t>
            </a:r>
            <a:endParaRPr lang="en-US" altLang="es-MX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Mantiene la operaci</a:t>
            </a:r>
            <a:r>
              <a:rPr lang="en-US" altLang="en-US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viva.</a:t>
            </a:r>
            <a:endParaRPr lang="en-US" altLang="es-MX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59245" y="300355"/>
            <a:ext cx="5200650" cy="712470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¿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Qu</a:t>
            </a:r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é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 es defcon5?</a:t>
            </a: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6594475" y="1048385"/>
            <a:ext cx="5369560" cy="36461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plataforma que reemplaza el documento por acci</a:t>
            </a:r>
            <a:r>
              <a:rPr lang="en-US" altLang="en-US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n.</a:t>
            </a:r>
            <a:endParaRPr lang="en-US" altLang="es-MX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es un sistema SaaS</a:t>
            </a:r>
            <a:r>
              <a:rPr lang="es-MX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* 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concebido para llevar a la organizaci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desde documentos desactualizados</a:t>
            </a:r>
            <a:r>
              <a:rPr lang="es-MX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 resiliencia viva y comprobable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 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no digitaliza PDF</a:t>
            </a:r>
            <a:r>
              <a:rPr lang="es-MX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, t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ransforma la continuidad en operaci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n, con: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Informaci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centralizada y actualizable,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Activadores y flujos vivos,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Trazabilidad que no se pierde,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Conexi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directa con lo que ocurre de verdad.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" y="589280"/>
            <a:ext cx="6292850" cy="3641725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-10795" y="6517640"/>
            <a:ext cx="78098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 sz="1000">
                <a:latin typeface="Verdana" panose="020B0604030504040204" charset="0"/>
                <a:cs typeface="Verdana" panose="020B0604030504040204" charset="0"/>
              </a:rPr>
              <a:t>* Sistemas accesibles mediante navegadores de internet (Chrome, Edge, Firefox, et). </a:t>
            </a:r>
            <a:endParaRPr lang="es-MX" altLang="en-US" sz="1000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61230" y="33655"/>
            <a:ext cx="7292975" cy="816610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Resiliencia que habla el idioma de tu negocio</a:t>
            </a: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4703445" y="1089025"/>
            <a:ext cx="7245350" cy="31534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Operaci</a:t>
            </a:r>
            <a:r>
              <a:rPr lang="en-US" altLang="en-US" sz="20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0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n, evidencia y confianza.</a:t>
            </a:r>
            <a:endParaRPr lang="en-US" altLang="es-MX" sz="20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20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Con </a:t>
            </a:r>
            <a:r>
              <a:rPr lang="en-US" altLang="es-MX" sz="16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:</a:t>
            </a:r>
            <a:endParaRPr lang="en-US" altLang="es-MX" sz="16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6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s-MX" altLang="en-US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Tus planes se mantienen alineados a los objetivos estrategicos del negocio y a los procesos criticos para la continuidad.   </a:t>
            </a:r>
            <a:endParaRPr lang="en-US" altLang="es-MX" sz="16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Tus planes est</a:t>
            </a:r>
            <a:r>
              <a:rPr lang="en-US" altLang="en-US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actualizados en todo momento.</a:t>
            </a:r>
            <a:endParaRPr lang="en-US" altLang="es-MX" sz="16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El equipo ejecuta con claridad y velocidad.</a:t>
            </a:r>
            <a:endParaRPr lang="en-US" altLang="es-MX" sz="16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Las decisiones se toman con informaci</a:t>
            </a:r>
            <a:r>
              <a:rPr lang="en-US" altLang="en-US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viva.</a:t>
            </a:r>
            <a:endParaRPr lang="en-US" altLang="es-MX" sz="16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evidencia est</a:t>
            </a:r>
            <a:r>
              <a:rPr lang="en-US" altLang="en-US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lista para auditor</a:t>
            </a:r>
            <a:r>
              <a:rPr lang="en-US" altLang="en-US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í</a:t>
            </a:r>
            <a:r>
              <a:rPr lang="en-US" altLang="es-MX" sz="1600" b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as ISO 22301.</a:t>
            </a:r>
            <a:endParaRPr lang="en-US" altLang="es-MX" sz="1600" b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407035" y="4723130"/>
            <a:ext cx="1150048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No es un sistema para “estar listos”.</a:t>
            </a:r>
            <a:endParaRPr lang="en-US" altLang="es-MX" sz="20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000" b="1" i="1">
                <a:solidFill>
                  <a:schemeClr val="bg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Es un sistema para seguir vivos cuando lo inesperado llega.</a:t>
            </a:r>
            <a:endParaRPr lang="en-US" altLang="es-MX" sz="2000" b="1" i="1">
              <a:solidFill>
                <a:schemeClr val="bg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0"/>
            <a:ext cx="4547870" cy="40436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08245" y="293370"/>
            <a:ext cx="6875145" cy="1329055"/>
          </a:xfrm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Impacto que tu organizaci</a:t>
            </a:r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ó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n puede </a:t>
            </a:r>
            <a:r>
              <a:rPr lang="es-MX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s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entir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b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</a:br>
            <a:b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</a:b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5008245" y="1243965"/>
            <a:ext cx="6948170" cy="26301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diferencia entre documento y resiliencia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Cuando tu negocio: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Puede responder sin dudar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Puede ejecutar sin perder tiempo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Puede sostener operaciones bajo presi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Puede demostrar control, no solo intenci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s-MX" altLang="en-US" sz="1500" b="1" i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     </a:t>
            </a:r>
            <a:r>
              <a:rPr lang="en-US" altLang="es-MX" sz="1500" b="1" i="1"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  <a:sym typeface="+mn-ea"/>
              </a:rPr>
              <a:t>Entonces:</a:t>
            </a:r>
            <a:endParaRPr lang="en-US" altLang="es-MX" sz="15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6630035" y="3273425"/>
            <a:ext cx="5325745" cy="1539240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endParaRPr lang="en-US" altLang="es-MX" sz="16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Las p</a:t>
            </a:r>
            <a:r>
              <a:rPr lang="en-US" altLang="en-US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é</a:t>
            </a:r>
            <a:r>
              <a:rPr lang="en-US" altLang="es-MX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rdidas se reducen</a:t>
            </a:r>
            <a:endParaRPr lang="en-US" altLang="es-MX" sz="14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confianza interna se fortalece</a:t>
            </a:r>
            <a:endParaRPr lang="en-US" altLang="es-MX" sz="14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La reputaci</a:t>
            </a:r>
            <a:r>
              <a:rPr lang="en-US" altLang="en-US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externa se sostiene</a:t>
            </a:r>
            <a:endParaRPr lang="en-US" altLang="es-MX" sz="14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s-MX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El cumplimiento de ISO 22301 deja de ser una meta…</a:t>
            </a:r>
            <a:endParaRPr lang="en-US" altLang="es-MX" sz="14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endParaRPr lang="en-US" altLang="es-MX" sz="14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s-MX" altLang="en-US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     ... </a:t>
            </a:r>
            <a:r>
              <a:rPr lang="en-US" altLang="es-MX" sz="14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y se vuelve una evidencia viva del negocio.</a:t>
            </a:r>
            <a:endParaRPr lang="en-US" altLang="es-MX" sz="14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0"/>
            <a:ext cx="4777740" cy="58521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1" t="2766" r="4541" b="9052"/>
          <a:stretch>
            <a:fillRect/>
          </a:stretch>
        </p:blipFill>
        <p:spPr>
          <a:xfrm>
            <a:off x="8545195" y="0"/>
            <a:ext cx="3646805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16610" y="770255"/>
            <a:ext cx="3710940" cy="917575"/>
          </a:xfrm>
        </p:spPr>
        <p:txBody>
          <a:bodyPr wrap="square" lIns="0" tIns="0" rIns="0" bIns="0" anchor="ctr" anchorCtr="0">
            <a:noAutofit/>
          </a:bodyPr>
          <a:lstStyle/>
          <a:p>
            <a:pPr algn="just"/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Tu desaf</a:t>
            </a:r>
            <a:r>
              <a:rPr lang="en-US" altLang="en-US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í</a:t>
            </a:r>
            <a:r>
              <a:rPr lang="en-US" altLang="es-MX" sz="2400" b="1" i="1" spc="0" dirty="0">
                <a:solidFill>
                  <a:srgbClr val="FFFF00"/>
                </a:solidFill>
                <a:latin typeface="Verdana" panose="020B0604030504040204" charset="0"/>
                <a:cs typeface="Verdana" panose="020B0604030504040204" charset="0"/>
              </a:rPr>
              <a:t>o hoy</a:t>
            </a:r>
            <a:endParaRPr lang="en-US" altLang="es-MX" sz="2400" b="1" i="1" spc="0" dirty="0">
              <a:solidFill>
                <a:srgbClr val="FFFF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755650" y="1775460"/>
            <a:ext cx="7245350" cy="275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24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No esperes a que la pr</a:t>
            </a:r>
            <a:r>
              <a:rPr lang="en-US" altLang="en-US" sz="24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24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xima crisis rev</a:t>
            </a:r>
            <a:r>
              <a:rPr lang="es-MX" altLang="en-US" sz="24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ele</a:t>
            </a:r>
            <a:r>
              <a:rPr lang="en-US" altLang="es-MX" sz="24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si tu plan sirve.</a:t>
            </a:r>
            <a:endParaRPr lang="en-US" altLang="es-MX" sz="24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20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Porque cuando lo inesperado llega, no ganan los que tienen el PDF m</a:t>
            </a:r>
            <a:r>
              <a:rPr lang="en-US" altLang="en-US" sz="15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á</a:t>
            </a:r>
            <a:r>
              <a:rPr lang="en-US" altLang="es-MX" sz="15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s bonito.</a:t>
            </a:r>
            <a:r>
              <a:rPr lang="es-MX" altLang="en-US" sz="15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 </a:t>
            </a:r>
            <a:r>
              <a:rPr lang="en-US" altLang="es-MX" sz="15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Ganan los que tienen un sistema que act</a:t>
            </a:r>
            <a:r>
              <a:rPr lang="en-US" altLang="en-US" sz="15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ú</a:t>
            </a:r>
            <a:r>
              <a:rPr lang="en-US" altLang="es-MX" sz="1500" b="1" i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a.</a:t>
            </a:r>
            <a:endParaRPr lang="en-US" altLang="es-MX" sz="1500" b="1" i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Solicita hoy una demostraci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n de </a:t>
            </a:r>
            <a:r>
              <a:rPr lang="en-US" altLang="es-MX" sz="1500" b="1" i="1">
                <a:solidFill>
                  <a:srgbClr val="92D050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defcon5</a:t>
            </a:r>
            <a:r>
              <a:rPr lang="es-MX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 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y descubre c</a:t>
            </a:r>
            <a:r>
              <a:rPr lang="en-US" altLang="en-US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ó</a:t>
            </a:r>
            <a:r>
              <a:rPr lang="en-US" altLang="es-MX" sz="1500" b="1">
                <a:solidFill>
                  <a:schemeClr val="tx1"/>
                </a:solidFill>
                <a:latin typeface="Verdana" panose="020B0604030504040204" charset="0"/>
                <a:ea typeface="SimSun" panose="02010600030101010101" pitchFamily="2" charset="-122"/>
                <a:cs typeface="Verdana" panose="020B0604030504040204" charset="0"/>
              </a:rPr>
              <a:t>mo pasar de estar preparados en papel a estar listos de verdad.</a:t>
            </a:r>
            <a:endParaRPr lang="en-US" altLang="es-MX" sz="1500" b="1">
              <a:solidFill>
                <a:schemeClr val="tx1"/>
              </a:solidFill>
              <a:latin typeface="Verdana" panose="020B0604030504040204" charset="0"/>
              <a:ea typeface="SimSun" panose="02010600030101010101" pitchFamily="2" charset="-122"/>
              <a:cs typeface="Verdana" panose="020B060403050404020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30" y="4955540"/>
            <a:ext cx="398145" cy="39814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6245" y="5469255"/>
            <a:ext cx="464185" cy="464185"/>
          </a:xfrm>
          <a:prstGeom prst="rect">
            <a:avLst/>
          </a:prstGeom>
        </p:spPr>
      </p:pic>
      <p:sp>
        <p:nvSpPr>
          <p:cNvPr id="13" name="Cuadro de texto 12"/>
          <p:cNvSpPr txBox="1"/>
          <p:nvPr/>
        </p:nvSpPr>
        <p:spPr>
          <a:xfrm>
            <a:off x="4886960" y="4975860"/>
            <a:ext cx="2568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s-MX" altLang="en-US">
                <a:latin typeface="Verdana" panose="020B0604030504040204" charset="0"/>
                <a:cs typeface="Verdana" panose="020B0604030504040204" charset="0"/>
                <a:sym typeface="+mn-ea"/>
              </a:rPr>
              <a:t>+56 9 9999 9999 </a:t>
            </a:r>
            <a:endParaRPr lang="es-MX" altLang="en-US"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  <p:sp>
        <p:nvSpPr>
          <p:cNvPr id="14" name="Cuadro de texto 13"/>
          <p:cNvSpPr txBox="1"/>
          <p:nvPr/>
        </p:nvSpPr>
        <p:spPr>
          <a:xfrm>
            <a:off x="4907280" y="5468620"/>
            <a:ext cx="4494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>
                <a:latin typeface="Verdana" panose="020B0604030504040204" charset="0"/>
                <a:cs typeface="Verdana" panose="020B0604030504040204" charset="0"/>
              </a:rPr>
              <a:t>informacion@dominio.com</a:t>
            </a:r>
            <a:endParaRPr lang="es-MX" altLang="en-US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3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6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11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11"/>
</p:tagLst>
</file>

<file path=ppt/tags/tag173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82"/>
</p:tagLst>
</file>

<file path=ppt/tags/tag26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82"/>
</p:tagLst>
</file>

<file path=ppt/tags/tag26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82"/>
</p:tagLst>
</file>

<file path=ppt/tags/tag265.xml><?xml version="1.0" encoding="utf-8"?>
<p:tagLst xmlns:p="http://schemas.openxmlformats.org/presentationml/2006/main">
  <p:tag name="KSO_WM_SPECIAL_SOURCE" val="bdnull"/>
  <p:tag name="KSO_WM_SLIDE_CONTENT_AREA" val="{&quot;left&quot;:&quot;224.75&quot;,&quot;top&quot;:&quot;58.35&quot;,&quot;width&quot;:&quot;719.95&quot;,&quot;height&quot;:&quot;296.25&quot;}"/>
  <p:tag name="KSO_WM_SLIDE_ID" val="custom20233411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11"/>
  <p:tag name="KSO_WM_SLIDE_LAYOUT" val="a_e"/>
  <p:tag name="KSO_WM_SLIDE_LAYOUT_CNT" val="1_1"/>
</p:tagLst>
</file>

<file path=ppt/tags/tag2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6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2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69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270.xml><?xml version="1.0" encoding="utf-8"?>
<p:tagLst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4_1*d*1"/>
  <p:tag name="KSO_WM_TEMPLATE_CATEGORY" val="custom"/>
  <p:tag name="KSO_WM_TEMPLATE_INDEX" val="20238254"/>
  <p:tag name="KSO_WM_UNIT_LAYERLEVEL" val="1"/>
  <p:tag name="KSO_WM_TAG_VERSION" val="3.0"/>
  <p:tag name="KSO_WM_UNIT_LINE_FORE_SCHEMECOLOR_INDEX" val="1"/>
  <p:tag name="KSO_WM_UNIT_LINE_FILL_TYPE" val="2"/>
  <p:tag name="KSO_WM_UNIT_USESOURCEFORMAT_APPLY" val="1"/>
</p:tagLst>
</file>

<file path=ppt/tags/tag2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72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4.6*361.249"/>
  <p:tag name="KSO_WM_SLIDE_POSITION" val="54.7*125.20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54"/>
  <p:tag name="KSO_WM_TEMPLATE_SUBCATEGORY" val="0"/>
  <p:tag name="KSO_WM_SLIDE_INDEX" val="1"/>
  <p:tag name="KSO_WM_TAG_VERSION" val="3.0"/>
  <p:tag name="KSO_WM_SLIDE_ID" val="custom20238254_1"/>
  <p:tag name="KSO_WM_SLIDE_ITEM_CNT" val="3"/>
</p:tagLst>
</file>

<file path=ppt/tags/tag2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74.xml><?xml version="1.0" encoding="utf-8"?>
<p:tagLst xmlns:p="http://schemas.openxmlformats.org/presentationml/2006/main">
  <p:tag name="KSO_WM_SPECIAL_SOURCE" val="bdnull"/>
  <p:tag name="KSO_WM_SLIDE_CONTENT_AREA" val="{&quot;left&quot;:&quot;224.75&quot;,&quot;top&quot;:&quot;58.35&quot;,&quot;width&quot;:&quot;719.95&quot;,&quot;height&quot;:&quot;296.25&quot;}"/>
  <p:tag name="KSO_WM_SLIDE_ID" val="custom20233411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11"/>
  <p:tag name="KSO_WM_SLIDE_LAYOUT" val="a_e"/>
  <p:tag name="KSO_WM_SLIDE_LAYOUT_CNT" val="1_1"/>
</p:tagLst>
</file>

<file path=ppt/tags/tag2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76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2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78.xml><?xml version="1.0" encoding="utf-8"?>
<p:tagLst xmlns:p="http://schemas.openxmlformats.org/presentationml/2006/main">
  <p:tag name="KSO_WM_SPECIAL_SOURCE" val="bdnull"/>
  <p:tag name="KSO_WM_SLIDE_CONTENT_AREA" val="{&quot;left&quot;:&quot;224.75&quot;,&quot;top&quot;:&quot;58.35&quot;,&quot;width&quot;:&quot;719.95&quot;,&quot;height&quot;:&quot;296.25&quot;}"/>
  <p:tag name="KSO_WM_SLIDE_ID" val="custom20233411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11"/>
  <p:tag name="KSO_WM_SLIDE_LAYOUT" val="a_e"/>
  <p:tag name="KSO_WM_SLIDE_LAYOUT_CNT" val="1_1"/>
</p:tagLst>
</file>

<file path=ppt/tags/tag279.xml><?xml version="1.0" encoding="utf-8"?>
<p:tagLst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4_1*d*1"/>
  <p:tag name="KSO_WM_TEMPLATE_CATEGORY" val="custom"/>
  <p:tag name="KSO_WM_TEMPLATE_INDEX" val="20238254"/>
  <p:tag name="KSO_WM_UNIT_LAYERLEVEL" val="1"/>
  <p:tag name="KSO_WM_TAG_VERSION" val="3.0"/>
  <p:tag name="KSO_WM_UNIT_LINE_FORE_SCHEMECOLOR_INDEX" val="1"/>
  <p:tag name="KSO_WM_UNIT_LINE_FILL_TYPE" val="2"/>
  <p:tag name="KSO_WM_UNIT_USESOURCEFORMAT_APPLY" val="1"/>
</p:tagLst>
</file>

<file path=ppt/tags/tag2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8254"/>
  <p:tag name="KSO_WM_UNIT_ID" val="custom20238254_1*a*1"/>
  <p:tag name="KSO_WM_UNIT_PRESET_TEXT" val="Your title here"/>
</p:tagLst>
</file>

<file path=ppt/tags/tag281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4.6*361.249"/>
  <p:tag name="KSO_WM_SLIDE_POSITION" val="54.7*125.20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54"/>
  <p:tag name="KSO_WM_TEMPLATE_SUBCATEGORY" val="0"/>
  <p:tag name="KSO_WM_SLIDE_INDEX" val="1"/>
  <p:tag name="KSO_WM_TAG_VERSION" val="3.0"/>
  <p:tag name="KSO_WM_SLIDE_ID" val="custom20238254_1"/>
  <p:tag name="KSO_WM_SLIDE_ITEM_CNT" val="3"/>
</p:tagLst>
</file>

<file path=ppt/theme/theme1.xml><?xml version="1.0" encoding="utf-8"?>
<a:theme xmlns:a="http://schemas.openxmlformats.org/drawingml/2006/main" name="Office Theme">
  <a:themeElements>
    <a:clrScheme name="紫金">
      <a:dk1>
        <a:srgbClr val="000000"/>
      </a:dk1>
      <a:lt1>
        <a:srgbClr val="FFFFFF"/>
      </a:lt1>
      <a:dk2>
        <a:srgbClr val="140831"/>
      </a:dk2>
      <a:lt2>
        <a:srgbClr val="ECE6FA"/>
      </a:lt2>
      <a:accent1>
        <a:srgbClr val="D9AB7D"/>
      </a:accent1>
      <a:accent2>
        <a:srgbClr val="27125A"/>
      </a:accent2>
      <a:accent3>
        <a:srgbClr val="63489A"/>
      </a:accent3>
      <a:accent4>
        <a:srgbClr val="FF8001"/>
      </a:accent4>
      <a:accent5>
        <a:srgbClr val="4B4BE5"/>
      </a:accent5>
      <a:accent6>
        <a:srgbClr val="29D5A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24">
      <a:dk1>
        <a:sysClr val="windowText" lastClr="000000"/>
      </a:dk1>
      <a:lt1>
        <a:sysClr val="window" lastClr="FFFFFF"/>
      </a:lt1>
      <a:dk2>
        <a:srgbClr val="3F3F3F"/>
      </a:dk2>
      <a:lt2>
        <a:srgbClr val="FFFDEB"/>
      </a:lt2>
      <a:accent1>
        <a:srgbClr val="00CC66"/>
      </a:accent1>
      <a:accent2>
        <a:srgbClr val="FFC858"/>
      </a:accent2>
      <a:accent3>
        <a:srgbClr val="0C89F0"/>
      </a:accent3>
      <a:accent4>
        <a:srgbClr val="B71CC3"/>
      </a:accent4>
      <a:accent5>
        <a:srgbClr val="181FB1"/>
      </a:accent5>
      <a:accent6>
        <a:srgbClr val="33CCF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57">
      <a:dk1>
        <a:srgbClr val="000000"/>
      </a:dk1>
      <a:lt1>
        <a:srgbClr val="FFFFFF"/>
      </a:lt1>
      <a:dk2>
        <a:srgbClr val="043460"/>
      </a:dk2>
      <a:lt2>
        <a:srgbClr val="EFFFFF"/>
      </a:lt2>
      <a:accent1>
        <a:srgbClr val="09FFFF"/>
      </a:accent1>
      <a:accent2>
        <a:srgbClr val="1ADCFF"/>
      </a:accent2>
      <a:accent3>
        <a:srgbClr val="0F54FF"/>
      </a:accent3>
      <a:accent4>
        <a:srgbClr val="3D97FF"/>
      </a:accent4>
      <a:accent5>
        <a:srgbClr val="4F74FF"/>
      </a:accent5>
      <a:accent6>
        <a:srgbClr val="6051FF"/>
      </a:accent6>
      <a:hlink>
        <a:srgbClr val="4472C4"/>
      </a:hlink>
      <a:folHlink>
        <a:srgbClr val="BFBFBF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3377</Words>
  <Application>WPS Presentation</Application>
  <PresentationFormat>宽屏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Verdana</vt:lpstr>
      <vt:lpstr>Lato</vt:lpstr>
      <vt:lpstr>Segoe Print</vt:lpstr>
      <vt:lpstr>Microsoft YaHei</vt:lpstr>
      <vt:lpstr>Arial Unicode MS</vt:lpstr>
      <vt:lpstr>Manrope ExtraBold</vt:lpstr>
      <vt:lpstr>Inter</vt:lpstr>
      <vt:lpstr>Inter Bold</vt:lpstr>
      <vt:lpstr>Office Theme</vt:lpstr>
      <vt:lpstr>1_Office Theme</vt:lpstr>
      <vt:lpstr>2_Office Theme</vt:lpstr>
      <vt:lpstr>PowerPoint 演示文稿</vt:lpstr>
      <vt:lpstr>El enemigo no es la crisis</vt:lpstr>
      <vt:lpstr>El costo oculto del modelo documental</vt:lpstr>
      <vt:lpstr>El reto real: activar, ejecutar, sostener</vt:lpstr>
      <vt:lpstr>¿Qué es defcon5?</vt:lpstr>
      <vt:lpstr>Resiliencia que habla el idioma de tu negocio</vt:lpstr>
      <vt:lpstr>Impacto que tu organización puede sentir.  </vt:lpstr>
      <vt:lpstr>Tu desafío hoy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Villalobos</dc:creator>
  <cp:lastModifiedBy>Marco Villalobos</cp:lastModifiedBy>
  <cp:revision>31</cp:revision>
  <dcterms:created xsi:type="dcterms:W3CDTF">2025-07-23T00:59:00Z</dcterms:created>
  <dcterms:modified xsi:type="dcterms:W3CDTF">2026-01-28T15:04:30Z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2058-12.2.0.23196</vt:lpwstr>
  </property>
  <property fmtid="{D5CDD505-2E9C-101B-9397-08002B2CF9AE}" pid="3" name="ICV">
    <vt:lpwstr>5286DDCA1D364E2AB6D9FD4E905E8959_13</vt:lpwstr>
  </property>
</Properties>
</file>