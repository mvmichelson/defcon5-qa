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  <p:sldMasterId id="2147483672" r:id="rId4"/>
  </p:sldMasterIdLst>
  <p:notesMasterIdLst>
    <p:notesMasterId r:id="rId7"/>
  </p:notesMasterIdLst>
  <p:handoutMasterIdLst>
    <p:handoutMasterId r:id="rId14"/>
  </p:handoutMasterIdLst>
  <p:sldIdLst>
    <p:sldId id="263" r:id="rId5"/>
    <p:sldId id="269" r:id="rId6"/>
    <p:sldId id="270" r:id="rId8"/>
    <p:sldId id="268" r:id="rId9"/>
    <p:sldId id="264" r:id="rId10"/>
    <p:sldId id="262" r:id="rId11"/>
    <p:sldId id="271" r:id="rId12"/>
    <p:sldId id="272" r:id="rId1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117" d="100"/>
          <a:sy n="117" d="100"/>
        </p:scale>
        <p:origin x="510" y="102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A5F825-9C29-43CC-BB96-80A60E9689F0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A5F825-9C29-43CC-BB96-80A60E9689F0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A5F825-9C29-43CC-BB96-80A60E9689F0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image" Target="../media/image1.png"/><Relationship Id="rId2" Type="http://schemas.openxmlformats.org/officeDocument/2006/relationships/tags" Target="../tags/tag1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image" Target="../media/image2.jpeg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tags" Target="../tags/tag28.xml"/><Relationship Id="rId3" Type="http://schemas.openxmlformats.org/officeDocument/2006/relationships/tags" Target="../tags/tag27.xml"/><Relationship Id="rId2" Type="http://schemas.openxmlformats.org/officeDocument/2006/relationships/tags" Target="../tags/tag2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tags" Target="../tags/tag36.xml"/><Relationship Id="rId5" Type="http://schemas.openxmlformats.org/officeDocument/2006/relationships/tags" Target="../tags/tag35.xml"/><Relationship Id="rId4" Type="http://schemas.openxmlformats.org/officeDocument/2006/relationships/tags" Target="../tags/tag34.xml"/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5" Type="http://schemas.openxmlformats.org/officeDocument/2006/relationships/tags" Target="../tags/tag43.xml"/><Relationship Id="rId4" Type="http://schemas.openxmlformats.org/officeDocument/2006/relationships/tags" Target="../tags/tag42.xml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tags" Target="../tags/tag46.xml"/><Relationship Id="rId3" Type="http://schemas.openxmlformats.org/officeDocument/2006/relationships/tags" Target="../tags/tag45.xml"/><Relationship Id="rId2" Type="http://schemas.openxmlformats.org/officeDocument/2006/relationships/tags" Target="../tags/tag44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5" Type="http://schemas.openxmlformats.org/officeDocument/2006/relationships/tags" Target="../tags/tag50.xml"/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4" Type="http://schemas.openxmlformats.org/officeDocument/2006/relationships/tags" Target="../tags/tag53.xml"/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9" Type="http://schemas.openxmlformats.org/officeDocument/2006/relationships/tags" Target="../tags/tag62.xml"/><Relationship Id="rId8" Type="http://schemas.openxmlformats.org/officeDocument/2006/relationships/tags" Target="../tags/tag61.xml"/><Relationship Id="rId7" Type="http://schemas.openxmlformats.org/officeDocument/2006/relationships/tags" Target="../tags/tag60.xml"/><Relationship Id="rId6" Type="http://schemas.openxmlformats.org/officeDocument/2006/relationships/tags" Target="../tags/tag59.xml"/><Relationship Id="rId5" Type="http://schemas.openxmlformats.org/officeDocument/2006/relationships/tags" Target="../tags/tag58.xml"/><Relationship Id="rId4" Type="http://schemas.openxmlformats.org/officeDocument/2006/relationships/tags" Target="../tags/tag57.xml"/><Relationship Id="rId3" Type="http://schemas.openxmlformats.org/officeDocument/2006/relationships/image" Target="../media/image3.jpeg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76.xml"/><Relationship Id="rId8" Type="http://schemas.openxmlformats.org/officeDocument/2006/relationships/tags" Target="../tags/tag75.xml"/><Relationship Id="rId7" Type="http://schemas.openxmlformats.org/officeDocument/2006/relationships/tags" Target="../tags/tag74.xml"/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0" Type="http://schemas.openxmlformats.org/officeDocument/2006/relationships/tags" Target="../tags/tag87.xml"/><Relationship Id="rId2" Type="http://schemas.openxmlformats.org/officeDocument/2006/relationships/tags" Target="../tags/tag69.xml"/><Relationship Id="rId19" Type="http://schemas.openxmlformats.org/officeDocument/2006/relationships/tags" Target="../tags/tag86.xml"/><Relationship Id="rId18" Type="http://schemas.openxmlformats.org/officeDocument/2006/relationships/tags" Target="../tags/tag85.xml"/><Relationship Id="rId17" Type="http://schemas.openxmlformats.org/officeDocument/2006/relationships/tags" Target="../tags/tag84.xml"/><Relationship Id="rId16" Type="http://schemas.openxmlformats.org/officeDocument/2006/relationships/tags" Target="../tags/tag83.xml"/><Relationship Id="rId15" Type="http://schemas.openxmlformats.org/officeDocument/2006/relationships/tags" Target="../tags/tag82.xml"/><Relationship Id="rId14" Type="http://schemas.openxmlformats.org/officeDocument/2006/relationships/tags" Target="../tags/tag81.xml"/><Relationship Id="rId13" Type="http://schemas.openxmlformats.org/officeDocument/2006/relationships/tags" Target="../tags/tag80.xml"/><Relationship Id="rId12" Type="http://schemas.openxmlformats.org/officeDocument/2006/relationships/tags" Target="../tags/tag79.xml"/><Relationship Id="rId11" Type="http://schemas.openxmlformats.org/officeDocument/2006/relationships/tags" Target="../tags/tag78.xml"/><Relationship Id="rId10" Type="http://schemas.openxmlformats.org/officeDocument/2006/relationships/tags" Target="../tags/tag77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tags" Target="../tags/tag92.xml"/><Relationship Id="rId5" Type="http://schemas.openxmlformats.org/officeDocument/2006/relationships/tags" Target="../tags/tag91.xml"/><Relationship Id="rId4" Type="http://schemas.openxmlformats.org/officeDocument/2006/relationships/tags" Target="../tags/tag90.xml"/><Relationship Id="rId3" Type="http://schemas.openxmlformats.org/officeDocument/2006/relationships/tags" Target="../tags/tag89.xml"/><Relationship Id="rId2" Type="http://schemas.openxmlformats.org/officeDocument/2006/relationships/tags" Target="../tags/tag88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100.xml"/><Relationship Id="rId8" Type="http://schemas.openxmlformats.org/officeDocument/2006/relationships/tags" Target="../tags/tag99.xml"/><Relationship Id="rId7" Type="http://schemas.openxmlformats.org/officeDocument/2006/relationships/tags" Target="../tags/tag98.xml"/><Relationship Id="rId6" Type="http://schemas.openxmlformats.org/officeDocument/2006/relationships/tags" Target="../tags/tag97.xml"/><Relationship Id="rId5" Type="http://schemas.openxmlformats.org/officeDocument/2006/relationships/tags" Target="../tags/tag96.xml"/><Relationship Id="rId4" Type="http://schemas.openxmlformats.org/officeDocument/2006/relationships/tags" Target="../tags/tag95.xml"/><Relationship Id="rId3" Type="http://schemas.openxmlformats.org/officeDocument/2006/relationships/tags" Target="../tags/tag94.xml"/><Relationship Id="rId2" Type="http://schemas.openxmlformats.org/officeDocument/2006/relationships/tags" Target="../tags/tag93.xml"/><Relationship Id="rId16" Type="http://schemas.openxmlformats.org/officeDocument/2006/relationships/tags" Target="../tags/tag107.xml"/><Relationship Id="rId15" Type="http://schemas.openxmlformats.org/officeDocument/2006/relationships/tags" Target="../tags/tag106.xml"/><Relationship Id="rId14" Type="http://schemas.openxmlformats.org/officeDocument/2006/relationships/tags" Target="../tags/tag105.xml"/><Relationship Id="rId13" Type="http://schemas.openxmlformats.org/officeDocument/2006/relationships/tags" Target="../tags/tag104.xml"/><Relationship Id="rId12" Type="http://schemas.openxmlformats.org/officeDocument/2006/relationships/tags" Target="../tags/tag103.xml"/><Relationship Id="rId11" Type="http://schemas.openxmlformats.org/officeDocument/2006/relationships/tags" Target="../tags/tag102.xml"/><Relationship Id="rId10" Type="http://schemas.openxmlformats.org/officeDocument/2006/relationships/tags" Target="../tags/tag101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9" Type="http://schemas.openxmlformats.org/officeDocument/2006/relationships/tags" Target="../tags/tag115.xml"/><Relationship Id="rId8" Type="http://schemas.openxmlformats.org/officeDocument/2006/relationships/tags" Target="../tags/tag114.xml"/><Relationship Id="rId7" Type="http://schemas.openxmlformats.org/officeDocument/2006/relationships/tags" Target="../tags/tag113.xml"/><Relationship Id="rId6" Type="http://schemas.openxmlformats.org/officeDocument/2006/relationships/tags" Target="../tags/tag112.xml"/><Relationship Id="rId5" Type="http://schemas.openxmlformats.org/officeDocument/2006/relationships/tags" Target="../tags/tag111.xml"/><Relationship Id="rId4" Type="http://schemas.openxmlformats.org/officeDocument/2006/relationships/tags" Target="../tags/tag110.xml"/><Relationship Id="rId3" Type="http://schemas.openxmlformats.org/officeDocument/2006/relationships/tags" Target="../tags/tag109.xml"/><Relationship Id="rId2" Type="http://schemas.openxmlformats.org/officeDocument/2006/relationships/tags" Target="../tags/tag108.xml"/><Relationship Id="rId14" Type="http://schemas.openxmlformats.org/officeDocument/2006/relationships/tags" Target="../tags/tag120.xml"/><Relationship Id="rId13" Type="http://schemas.openxmlformats.org/officeDocument/2006/relationships/tags" Target="../tags/tag119.xml"/><Relationship Id="rId12" Type="http://schemas.openxmlformats.org/officeDocument/2006/relationships/tags" Target="../tags/tag118.xml"/><Relationship Id="rId11" Type="http://schemas.openxmlformats.org/officeDocument/2006/relationships/tags" Target="../tags/tag117.xml"/><Relationship Id="rId10" Type="http://schemas.openxmlformats.org/officeDocument/2006/relationships/tags" Target="../tags/tag116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126.xml"/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9" Type="http://schemas.openxmlformats.org/officeDocument/2006/relationships/tags" Target="../tags/tag134.xml"/><Relationship Id="rId8" Type="http://schemas.openxmlformats.org/officeDocument/2006/relationships/tags" Target="../tags/tag133.xml"/><Relationship Id="rId7" Type="http://schemas.openxmlformats.org/officeDocument/2006/relationships/tags" Target="../tags/tag132.xml"/><Relationship Id="rId6" Type="http://schemas.openxmlformats.org/officeDocument/2006/relationships/tags" Target="../tags/tag131.xml"/><Relationship Id="rId5" Type="http://schemas.openxmlformats.org/officeDocument/2006/relationships/tags" Target="../tags/tag130.xml"/><Relationship Id="rId4" Type="http://schemas.openxmlformats.org/officeDocument/2006/relationships/tags" Target="../tags/tag129.xml"/><Relationship Id="rId3" Type="http://schemas.openxmlformats.org/officeDocument/2006/relationships/tags" Target="../tags/tag128.xml"/><Relationship Id="rId2" Type="http://schemas.openxmlformats.org/officeDocument/2006/relationships/tags" Target="../tags/tag127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138.xml"/><Relationship Id="rId4" Type="http://schemas.openxmlformats.org/officeDocument/2006/relationships/tags" Target="../tags/tag137.xml"/><Relationship Id="rId3" Type="http://schemas.openxmlformats.org/officeDocument/2006/relationships/tags" Target="../tags/tag136.xml"/><Relationship Id="rId2" Type="http://schemas.openxmlformats.org/officeDocument/2006/relationships/tags" Target="../tags/tag135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4" Type="http://schemas.openxmlformats.org/officeDocument/2006/relationships/tags" Target="../tags/tag141.xml"/><Relationship Id="rId3" Type="http://schemas.openxmlformats.org/officeDocument/2006/relationships/tags" Target="../tags/tag140.xml"/><Relationship Id="rId2" Type="http://schemas.openxmlformats.org/officeDocument/2006/relationships/tags" Target="../tags/tag139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5" Type="http://schemas.openxmlformats.org/officeDocument/2006/relationships/tags" Target="../tags/tag145.xml"/><Relationship Id="rId4" Type="http://schemas.openxmlformats.org/officeDocument/2006/relationships/tags" Target="../tags/tag144.xml"/><Relationship Id="rId3" Type="http://schemas.openxmlformats.org/officeDocument/2006/relationships/tags" Target="../tags/tag143.xml"/><Relationship Id="rId2" Type="http://schemas.openxmlformats.org/officeDocument/2006/relationships/tags" Target="../tags/tag142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6" Type="http://schemas.openxmlformats.org/officeDocument/2006/relationships/tags" Target="../tags/tag150.xml"/><Relationship Id="rId5" Type="http://schemas.openxmlformats.org/officeDocument/2006/relationships/tags" Target="../tags/tag149.xml"/><Relationship Id="rId4" Type="http://schemas.openxmlformats.org/officeDocument/2006/relationships/tags" Target="../tags/tag148.xml"/><Relationship Id="rId3" Type="http://schemas.openxmlformats.org/officeDocument/2006/relationships/tags" Target="../tags/tag147.xml"/><Relationship Id="rId2" Type="http://schemas.openxmlformats.org/officeDocument/2006/relationships/tags" Target="../tags/tag146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9" Type="http://schemas.openxmlformats.org/officeDocument/2006/relationships/tags" Target="../tags/tag158.xml"/><Relationship Id="rId8" Type="http://schemas.openxmlformats.org/officeDocument/2006/relationships/tags" Target="../tags/tag157.xml"/><Relationship Id="rId7" Type="http://schemas.openxmlformats.org/officeDocument/2006/relationships/tags" Target="../tags/tag156.xml"/><Relationship Id="rId6" Type="http://schemas.openxmlformats.org/officeDocument/2006/relationships/tags" Target="../tags/tag155.xml"/><Relationship Id="rId5" Type="http://schemas.openxmlformats.org/officeDocument/2006/relationships/tags" Target="../tags/tag154.xml"/><Relationship Id="rId4" Type="http://schemas.openxmlformats.org/officeDocument/2006/relationships/tags" Target="../tags/tag153.xml"/><Relationship Id="rId3" Type="http://schemas.openxmlformats.org/officeDocument/2006/relationships/tags" Target="../tags/tag152.xml"/><Relationship Id="rId2" Type="http://schemas.openxmlformats.org/officeDocument/2006/relationships/tags" Target="../tags/tag151.xml"/><Relationship Id="rId18" Type="http://schemas.openxmlformats.org/officeDocument/2006/relationships/tags" Target="../tags/tag167.xml"/><Relationship Id="rId17" Type="http://schemas.openxmlformats.org/officeDocument/2006/relationships/tags" Target="../tags/tag166.xml"/><Relationship Id="rId16" Type="http://schemas.openxmlformats.org/officeDocument/2006/relationships/tags" Target="../tags/tag165.xml"/><Relationship Id="rId15" Type="http://schemas.openxmlformats.org/officeDocument/2006/relationships/tags" Target="../tags/tag164.xml"/><Relationship Id="rId14" Type="http://schemas.openxmlformats.org/officeDocument/2006/relationships/tags" Target="../tags/tag163.xml"/><Relationship Id="rId13" Type="http://schemas.openxmlformats.org/officeDocument/2006/relationships/tags" Target="../tags/tag162.xml"/><Relationship Id="rId12" Type="http://schemas.openxmlformats.org/officeDocument/2006/relationships/tags" Target="../tags/tag161.xml"/><Relationship Id="rId11" Type="http://schemas.openxmlformats.org/officeDocument/2006/relationships/tags" Target="../tags/tag160.xml"/><Relationship Id="rId10" Type="http://schemas.openxmlformats.org/officeDocument/2006/relationships/tags" Target="../tags/tag159.xml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9" Type="http://schemas.openxmlformats.org/officeDocument/2006/relationships/tags" Target="../tags/tag179.xml"/><Relationship Id="rId8" Type="http://schemas.openxmlformats.org/officeDocument/2006/relationships/tags" Target="../tags/tag178.xml"/><Relationship Id="rId7" Type="http://schemas.openxmlformats.org/officeDocument/2006/relationships/tags" Target="../tags/tag177.xml"/><Relationship Id="rId6" Type="http://schemas.openxmlformats.org/officeDocument/2006/relationships/image" Target="../media/image5.png"/><Relationship Id="rId5" Type="http://schemas.openxmlformats.org/officeDocument/2006/relationships/tags" Target="../tags/tag176.xml"/><Relationship Id="rId4" Type="http://schemas.openxmlformats.org/officeDocument/2006/relationships/image" Target="../media/image4.png"/><Relationship Id="rId3" Type="http://schemas.openxmlformats.org/officeDocument/2006/relationships/tags" Target="../tags/tag175.xml"/><Relationship Id="rId2" Type="http://schemas.openxmlformats.org/officeDocument/2006/relationships/tags" Target="../tags/tag174.xml"/><Relationship Id="rId16" Type="http://schemas.openxmlformats.org/officeDocument/2006/relationships/tags" Target="../tags/tag186.xml"/><Relationship Id="rId15" Type="http://schemas.openxmlformats.org/officeDocument/2006/relationships/tags" Target="../tags/tag185.xml"/><Relationship Id="rId14" Type="http://schemas.openxmlformats.org/officeDocument/2006/relationships/tags" Target="../tags/tag184.xml"/><Relationship Id="rId13" Type="http://schemas.openxmlformats.org/officeDocument/2006/relationships/tags" Target="../tags/tag183.xml"/><Relationship Id="rId12" Type="http://schemas.openxmlformats.org/officeDocument/2006/relationships/tags" Target="../tags/tag182.xml"/><Relationship Id="rId11" Type="http://schemas.openxmlformats.org/officeDocument/2006/relationships/tags" Target="../tags/tag181.xml"/><Relationship Id="rId10" Type="http://schemas.openxmlformats.org/officeDocument/2006/relationships/tags" Target="../tags/tag180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191.xml"/><Relationship Id="rId5" Type="http://schemas.openxmlformats.org/officeDocument/2006/relationships/tags" Target="../tags/tag190.xml"/><Relationship Id="rId4" Type="http://schemas.openxmlformats.org/officeDocument/2006/relationships/tags" Target="../tags/tag189.xml"/><Relationship Id="rId3" Type="http://schemas.openxmlformats.org/officeDocument/2006/relationships/tags" Target="../tags/tag188.xml"/><Relationship Id="rId2" Type="http://schemas.openxmlformats.org/officeDocument/2006/relationships/tags" Target="../tags/tag187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9" Type="http://schemas.openxmlformats.org/officeDocument/2006/relationships/tags" Target="../tags/tag197.xml"/><Relationship Id="rId8" Type="http://schemas.openxmlformats.org/officeDocument/2006/relationships/tags" Target="../tags/tag196.xml"/><Relationship Id="rId7" Type="http://schemas.openxmlformats.org/officeDocument/2006/relationships/tags" Target="../tags/tag195.xml"/><Relationship Id="rId6" Type="http://schemas.openxmlformats.org/officeDocument/2006/relationships/image" Target="../media/image5.png"/><Relationship Id="rId5" Type="http://schemas.openxmlformats.org/officeDocument/2006/relationships/tags" Target="../tags/tag194.xml"/><Relationship Id="rId4" Type="http://schemas.openxmlformats.org/officeDocument/2006/relationships/image" Target="../media/image4.png"/><Relationship Id="rId3" Type="http://schemas.openxmlformats.org/officeDocument/2006/relationships/tags" Target="../tags/tag193.xml"/><Relationship Id="rId2" Type="http://schemas.openxmlformats.org/officeDocument/2006/relationships/tags" Target="../tags/tag192.xml"/><Relationship Id="rId11" Type="http://schemas.openxmlformats.org/officeDocument/2006/relationships/tags" Target="../tags/tag199.xml"/><Relationship Id="rId10" Type="http://schemas.openxmlformats.org/officeDocument/2006/relationships/tags" Target="../tags/tag198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205.xml"/><Relationship Id="rId8" Type="http://schemas.openxmlformats.org/officeDocument/2006/relationships/tags" Target="../tags/tag204.xml"/><Relationship Id="rId7" Type="http://schemas.openxmlformats.org/officeDocument/2006/relationships/tags" Target="../tags/tag203.xml"/><Relationship Id="rId6" Type="http://schemas.openxmlformats.org/officeDocument/2006/relationships/image" Target="../media/image5.png"/><Relationship Id="rId5" Type="http://schemas.openxmlformats.org/officeDocument/2006/relationships/tags" Target="../tags/tag202.xml"/><Relationship Id="rId4" Type="http://schemas.openxmlformats.org/officeDocument/2006/relationships/image" Target="../media/image4.png"/><Relationship Id="rId3" Type="http://schemas.openxmlformats.org/officeDocument/2006/relationships/tags" Target="../tags/tag201.xml"/><Relationship Id="rId2" Type="http://schemas.openxmlformats.org/officeDocument/2006/relationships/tags" Target="../tags/tag200.xml"/><Relationship Id="rId13" Type="http://schemas.openxmlformats.org/officeDocument/2006/relationships/tags" Target="../tags/tag209.xml"/><Relationship Id="rId12" Type="http://schemas.openxmlformats.org/officeDocument/2006/relationships/tags" Target="../tags/tag208.xml"/><Relationship Id="rId11" Type="http://schemas.openxmlformats.org/officeDocument/2006/relationships/tags" Target="../tags/tag207.xml"/><Relationship Id="rId10" Type="http://schemas.openxmlformats.org/officeDocument/2006/relationships/tags" Target="../tags/tag206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7" Type="http://schemas.openxmlformats.org/officeDocument/2006/relationships/tags" Target="../tags/tag215.xml"/><Relationship Id="rId6" Type="http://schemas.openxmlformats.org/officeDocument/2006/relationships/tags" Target="../tags/tag214.xml"/><Relationship Id="rId5" Type="http://schemas.openxmlformats.org/officeDocument/2006/relationships/tags" Target="../tags/tag213.xml"/><Relationship Id="rId4" Type="http://schemas.openxmlformats.org/officeDocument/2006/relationships/tags" Target="../tags/tag212.xml"/><Relationship Id="rId3" Type="http://schemas.openxmlformats.org/officeDocument/2006/relationships/tags" Target="../tags/tag211.xml"/><Relationship Id="rId2" Type="http://schemas.openxmlformats.org/officeDocument/2006/relationships/tags" Target="../tags/tag210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9" Type="http://schemas.openxmlformats.org/officeDocument/2006/relationships/tags" Target="../tags/tag223.xml"/><Relationship Id="rId8" Type="http://schemas.openxmlformats.org/officeDocument/2006/relationships/tags" Target="../tags/tag222.xml"/><Relationship Id="rId7" Type="http://schemas.openxmlformats.org/officeDocument/2006/relationships/tags" Target="../tags/tag221.xml"/><Relationship Id="rId6" Type="http://schemas.openxmlformats.org/officeDocument/2006/relationships/tags" Target="../tags/tag220.xml"/><Relationship Id="rId5" Type="http://schemas.openxmlformats.org/officeDocument/2006/relationships/tags" Target="../tags/tag219.xml"/><Relationship Id="rId4" Type="http://schemas.openxmlformats.org/officeDocument/2006/relationships/tags" Target="../tags/tag218.xml"/><Relationship Id="rId3" Type="http://schemas.openxmlformats.org/officeDocument/2006/relationships/tags" Target="../tags/tag217.xml"/><Relationship Id="rId2" Type="http://schemas.openxmlformats.org/officeDocument/2006/relationships/tags" Target="../tags/tag216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5" Type="http://schemas.openxmlformats.org/officeDocument/2006/relationships/tags" Target="../tags/tag227.xml"/><Relationship Id="rId4" Type="http://schemas.openxmlformats.org/officeDocument/2006/relationships/tags" Target="../tags/tag226.xml"/><Relationship Id="rId3" Type="http://schemas.openxmlformats.org/officeDocument/2006/relationships/tags" Target="../tags/tag225.xml"/><Relationship Id="rId2" Type="http://schemas.openxmlformats.org/officeDocument/2006/relationships/tags" Target="../tags/tag224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4" Type="http://schemas.openxmlformats.org/officeDocument/2006/relationships/tags" Target="../tags/tag230.xml"/><Relationship Id="rId3" Type="http://schemas.openxmlformats.org/officeDocument/2006/relationships/tags" Target="../tags/tag229.xml"/><Relationship Id="rId2" Type="http://schemas.openxmlformats.org/officeDocument/2006/relationships/tags" Target="../tags/tag228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234.xml"/><Relationship Id="rId4" Type="http://schemas.openxmlformats.org/officeDocument/2006/relationships/tags" Target="../tags/tag233.xml"/><Relationship Id="rId3" Type="http://schemas.openxmlformats.org/officeDocument/2006/relationships/tags" Target="../tags/tag232.xml"/><Relationship Id="rId2" Type="http://schemas.openxmlformats.org/officeDocument/2006/relationships/tags" Target="../tags/tag231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239.xml"/><Relationship Id="rId5" Type="http://schemas.openxmlformats.org/officeDocument/2006/relationships/tags" Target="../tags/tag238.xml"/><Relationship Id="rId4" Type="http://schemas.openxmlformats.org/officeDocument/2006/relationships/tags" Target="../tags/tag237.xml"/><Relationship Id="rId3" Type="http://schemas.openxmlformats.org/officeDocument/2006/relationships/tags" Target="../tags/tag236.xml"/><Relationship Id="rId2" Type="http://schemas.openxmlformats.org/officeDocument/2006/relationships/tags" Target="../tags/tag235.xml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9" Type="http://schemas.openxmlformats.org/officeDocument/2006/relationships/tags" Target="../tags/tag245.xml"/><Relationship Id="rId8" Type="http://schemas.openxmlformats.org/officeDocument/2006/relationships/tags" Target="../tags/tag244.xml"/><Relationship Id="rId7" Type="http://schemas.openxmlformats.org/officeDocument/2006/relationships/tags" Target="../tags/tag243.xml"/><Relationship Id="rId6" Type="http://schemas.openxmlformats.org/officeDocument/2006/relationships/image" Target="../media/image5.png"/><Relationship Id="rId5" Type="http://schemas.openxmlformats.org/officeDocument/2006/relationships/tags" Target="../tags/tag242.xml"/><Relationship Id="rId4" Type="http://schemas.openxmlformats.org/officeDocument/2006/relationships/image" Target="../media/image4.png"/><Relationship Id="rId3" Type="http://schemas.openxmlformats.org/officeDocument/2006/relationships/tags" Target="../tags/tag241.xml"/><Relationship Id="rId2" Type="http://schemas.openxmlformats.org/officeDocument/2006/relationships/tags" Target="../tags/tag240.xml"/><Relationship Id="rId15" Type="http://schemas.openxmlformats.org/officeDocument/2006/relationships/tags" Target="../tags/tag251.xml"/><Relationship Id="rId14" Type="http://schemas.openxmlformats.org/officeDocument/2006/relationships/tags" Target="../tags/tag250.xml"/><Relationship Id="rId13" Type="http://schemas.openxmlformats.org/officeDocument/2006/relationships/tags" Target="../tags/tag249.xml"/><Relationship Id="rId12" Type="http://schemas.openxmlformats.org/officeDocument/2006/relationships/tags" Target="../tags/tag248.xml"/><Relationship Id="rId11" Type="http://schemas.openxmlformats.org/officeDocument/2006/relationships/tags" Target="../tags/tag247.xml"/><Relationship Id="rId10" Type="http://schemas.openxmlformats.org/officeDocument/2006/relationships/tags" Target="../tags/tag246.xml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5" Type="http://schemas.openxmlformats.org/officeDocument/2006/relationships/tags" Target="../tags/tag255.xml"/><Relationship Id="rId4" Type="http://schemas.openxmlformats.org/officeDocument/2006/relationships/tags" Target="../tags/tag254.xml"/><Relationship Id="rId3" Type="http://schemas.openxmlformats.org/officeDocument/2006/relationships/tags" Target="../tags/tag253.xml"/><Relationship Id="rId2" Type="http://schemas.openxmlformats.org/officeDocument/2006/relationships/tags" Target="../tags/tag252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电脑的屏幕&#10;&#10;描述已自动生成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矩形 7"/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0"/>
                </a:schemeClr>
              </a:gs>
              <a:gs pos="43000">
                <a:schemeClr val="accent2">
                  <a:lumMod val="50000"/>
                  <a:alpha val="2500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矩形 8"/>
          <p:cNvSpPr/>
          <p:nvPr userDrawn="1">
            <p:custDataLst>
              <p:tags r:id="rId5"/>
            </p:custDataLst>
          </p:nvPr>
        </p:nvSpPr>
        <p:spPr>
          <a:xfrm flipV="1">
            <a:off x="271462" y="366712"/>
            <a:ext cx="11649076" cy="6210301"/>
          </a:xfrm>
          <a:prstGeom prst="rect">
            <a:avLst/>
          </a:prstGeom>
          <a:noFill/>
          <a:ln>
            <a:gradFill>
              <a:gsLst>
                <a:gs pos="0">
                  <a:schemeClr val="accent1">
                    <a:lumMod val="20000"/>
                    <a:lumOff val="80000"/>
                    <a:alpha val="20000"/>
                  </a:schemeClr>
                </a:gs>
                <a:gs pos="34000">
                  <a:schemeClr val="accent2">
                    <a:alpha val="0"/>
                  </a:schemeClr>
                </a:gs>
              </a:gsLst>
              <a:lin ang="7800000" scaled="0"/>
            </a:gradFill>
          </a:ln>
          <a:effectLst>
            <a:outerShdw blurRad="330200" dist="38100" dir="5400000" algn="t" rotWithShape="0">
              <a:schemeClr val="tx1">
                <a:alpha val="2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 userDrawn="1">
            <p:ph type="ctrTitle" hasCustomPrompt="1"/>
            <p:custDataLst>
              <p:tags r:id="rId6"/>
            </p:custDataLst>
          </p:nvPr>
        </p:nvSpPr>
        <p:spPr>
          <a:xfrm>
            <a:off x="1163955" y="523875"/>
            <a:ext cx="6628130" cy="3411855"/>
          </a:xfrm>
        </p:spPr>
        <p:txBody>
          <a:bodyPr wrap="square" anchor="b">
            <a:normAutofit/>
          </a:bodyPr>
          <a:lstStyle>
            <a:lvl1pPr marL="0" indent="0" algn="l" eaLnBrk="1" fontAlgn="auto" latinLnBrk="0" hangingPunct="1">
              <a:lnSpc>
                <a:spcPct val="100000"/>
              </a:lnSpc>
              <a:defRPr sz="4800">
                <a:solidFill>
                  <a:schemeClr val="lt1">
                    <a:lumMod val="100000"/>
                  </a:schemeClr>
                </a:solidFill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 userDrawn="1">
            <p:ph type="dt" sz="half" idx="10"/>
            <p:custDataLst>
              <p:tags r:id="rId7"/>
            </p:custDataLst>
          </p:nvPr>
        </p:nvSpPr>
        <p:spPr/>
        <p:txBody>
          <a:bodyPr wrap="square">
            <a:noAutofit/>
          </a:bodyPr>
          <a:lstStyle>
            <a:lvl1pPr>
              <a:defRPr>
                <a:latin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 userDrawn="1">
            <p:ph type="ftr" sz="quarter" idx="11"/>
            <p:custDataLst>
              <p:tags r:id="rId8"/>
            </p:custDataLst>
          </p:nvPr>
        </p:nvSpPr>
        <p:spPr/>
        <p:txBody>
          <a:bodyPr>
            <a:no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 userDrawn="1">
            <p:ph type="sldNum" sz="quarter" idx="12"/>
            <p:custDataLst>
              <p:tags r:id="rId9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Autofit/>
          </a:bodyPr>
          <a:lstStyle>
            <a:lvl1pPr>
              <a:defRPr>
                <a:latin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24" name="署名占位符 10"/>
          <p:cNvSpPr>
            <a:spLocks noGrp="1"/>
          </p:cNvSpPr>
          <p:nvPr userDrawn="1">
            <p:ph type="body" sz="quarter" idx="17" hasCustomPrompt="1"/>
            <p:custDataLst>
              <p:tags r:id="rId10"/>
            </p:custDataLst>
          </p:nvPr>
        </p:nvSpPr>
        <p:spPr>
          <a:xfrm>
            <a:off x="1163638" y="4553893"/>
            <a:ext cx="6628158" cy="1064352"/>
          </a:xfrm>
        </p:spPr>
        <p:txBody>
          <a:bodyPr wrap="square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lt1">
                    <a:lumMod val="100000"/>
                  </a:schemeClr>
                </a:solidFill>
                <a:latin typeface="+mn-lt"/>
                <a:sym typeface="+mn-ea"/>
              </a:defRPr>
            </a:lvl1pPr>
          </a:lstStyle>
          <a:p>
            <a:pPr lvl="0"/>
            <a:r>
              <a:rPr lang="en-US">
                <a:latin typeface="+mn-lt"/>
              </a:rPr>
              <a:t>Click to add text</a:t>
            </a:r>
            <a:endParaRPr lang="en-US"/>
          </a:p>
        </p:txBody>
      </p:sp>
      <p:sp>
        <p:nvSpPr>
          <p:cNvPr id="15" name="矩形 14"/>
          <p:cNvSpPr/>
          <p:nvPr userDrawn="1">
            <p:custDataLst>
              <p:tags r:id="rId11"/>
            </p:custDataLst>
          </p:nvPr>
        </p:nvSpPr>
        <p:spPr>
          <a:xfrm>
            <a:off x="1163638" y="4304430"/>
            <a:ext cx="684000" cy="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l"/>
            <a:endParaRPr lang="en-US">
              <a:solidFill>
                <a:schemeClr val="accen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wrap="square" anchor="b" anchorCtr="0">
            <a:normAutofit/>
          </a:bodyPr>
          <a:lstStyle>
            <a:lvl1pPr algn="l">
              <a:defRPr>
                <a:latin typeface="+mj-lt"/>
                <a:sym typeface="+mj-ea"/>
              </a:defRPr>
            </a:lvl1pPr>
          </a:lstStyle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>
            <p:custDataLst>
              <p:tags r:id="rId2"/>
            </p:custDataLst>
          </p:nvPr>
        </p:nvSpPr>
        <p:spPr>
          <a:xfrm>
            <a:off x="271462" y="452438"/>
            <a:ext cx="11649076" cy="612457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30200" dist="38100" dir="5400000" algn="t" rotWithShape="0">
              <a:schemeClr val="tx1">
                <a:alpha val="2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" name="图形 3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3501234"/>
          </a:xfrm>
          <a:custGeom>
            <a:avLst/>
            <a:gdLst>
              <a:gd name="connsiteX0" fmla="*/ 0 w 12192000"/>
              <a:gd name="connsiteY0" fmla="*/ 2699336 h 4235386"/>
              <a:gd name="connsiteX1" fmla="*/ 0 w 12192000"/>
              <a:gd name="connsiteY1" fmla="*/ 0 h 4235386"/>
              <a:gd name="connsiteX2" fmla="*/ 12192000 w 12192000"/>
              <a:gd name="connsiteY2" fmla="*/ 0 h 4235386"/>
              <a:gd name="connsiteX3" fmla="*/ 12192000 w 12192000"/>
              <a:gd name="connsiteY3" fmla="*/ 2699336 h 4235386"/>
              <a:gd name="connsiteX4" fmla="*/ 6096000 w 12192000"/>
              <a:gd name="connsiteY4" fmla="*/ 4235386 h 4235386"/>
              <a:gd name="connsiteX5" fmla="*/ 0 w 12192000"/>
              <a:gd name="connsiteY5" fmla="*/ 2699336 h 4235386"/>
              <a:gd name="connsiteX0-1" fmla="*/ 0 w 12192000"/>
              <a:gd name="connsiteY0-2" fmla="*/ 2699336 h 4094834"/>
              <a:gd name="connsiteX1-3" fmla="*/ 0 w 12192000"/>
              <a:gd name="connsiteY1-4" fmla="*/ 0 h 4094834"/>
              <a:gd name="connsiteX2-5" fmla="*/ 12192000 w 12192000"/>
              <a:gd name="connsiteY2-6" fmla="*/ 0 h 4094834"/>
              <a:gd name="connsiteX3-7" fmla="*/ 12192000 w 12192000"/>
              <a:gd name="connsiteY3-8" fmla="*/ 2699336 h 4094834"/>
              <a:gd name="connsiteX4-9" fmla="*/ 6102395 w 12192000"/>
              <a:gd name="connsiteY4-10" fmla="*/ 4094834 h 4094834"/>
              <a:gd name="connsiteX5-11" fmla="*/ 0 w 12192000"/>
              <a:gd name="connsiteY5-12" fmla="*/ 2699336 h 4094834"/>
              <a:gd name="connsiteX0-13" fmla="*/ 0 w 12192000"/>
              <a:gd name="connsiteY0-14" fmla="*/ 2699336 h 4094834"/>
              <a:gd name="connsiteX1-15" fmla="*/ 0 w 12192000"/>
              <a:gd name="connsiteY1-16" fmla="*/ 0 h 4094834"/>
              <a:gd name="connsiteX2-17" fmla="*/ 12192000 w 12192000"/>
              <a:gd name="connsiteY2-18" fmla="*/ 0 h 4094834"/>
              <a:gd name="connsiteX3-19" fmla="*/ 12192000 w 12192000"/>
              <a:gd name="connsiteY3-20" fmla="*/ 2699336 h 4094834"/>
              <a:gd name="connsiteX4-21" fmla="*/ 6102395 w 12192000"/>
              <a:gd name="connsiteY4-22" fmla="*/ 4094834 h 4094834"/>
              <a:gd name="connsiteX5-23" fmla="*/ 0 w 12192000"/>
              <a:gd name="connsiteY5-24" fmla="*/ 2699336 h 4094834"/>
              <a:gd name="connsiteX0-25" fmla="*/ 0 w 12192000"/>
              <a:gd name="connsiteY0-26" fmla="*/ 2699336 h 4094834"/>
              <a:gd name="connsiteX1-27" fmla="*/ 0 w 12192000"/>
              <a:gd name="connsiteY1-28" fmla="*/ 0 h 4094834"/>
              <a:gd name="connsiteX2-29" fmla="*/ 12192000 w 12192000"/>
              <a:gd name="connsiteY2-30" fmla="*/ 0 h 4094834"/>
              <a:gd name="connsiteX3-31" fmla="*/ 12192000 w 12192000"/>
              <a:gd name="connsiteY3-32" fmla="*/ 2699336 h 4094834"/>
              <a:gd name="connsiteX4-33" fmla="*/ 6102395 w 12192000"/>
              <a:gd name="connsiteY4-34" fmla="*/ 4094834 h 4094834"/>
              <a:gd name="connsiteX5-35" fmla="*/ 0 w 12192000"/>
              <a:gd name="connsiteY5-36" fmla="*/ 2699336 h 4094834"/>
              <a:gd name="connsiteX0-37" fmla="*/ 0 w 12192000"/>
              <a:gd name="connsiteY0-38" fmla="*/ 2699336 h 4094834"/>
              <a:gd name="connsiteX1-39" fmla="*/ 0 w 12192000"/>
              <a:gd name="connsiteY1-40" fmla="*/ 0 h 4094834"/>
              <a:gd name="connsiteX2-41" fmla="*/ 12192000 w 12192000"/>
              <a:gd name="connsiteY2-42" fmla="*/ 0 h 4094834"/>
              <a:gd name="connsiteX3-43" fmla="*/ 12192000 w 12192000"/>
              <a:gd name="connsiteY3-44" fmla="*/ 2699336 h 4094834"/>
              <a:gd name="connsiteX4-45" fmla="*/ 6102395 w 12192000"/>
              <a:gd name="connsiteY4-46" fmla="*/ 4094834 h 4094834"/>
              <a:gd name="connsiteX5-47" fmla="*/ 0 w 12192000"/>
              <a:gd name="connsiteY5-48" fmla="*/ 2699336 h 4094834"/>
              <a:gd name="connsiteX0-49" fmla="*/ 0 w 12192000"/>
              <a:gd name="connsiteY0-50" fmla="*/ 2699336 h 4050449"/>
              <a:gd name="connsiteX1-51" fmla="*/ 0 w 12192000"/>
              <a:gd name="connsiteY1-52" fmla="*/ 0 h 4050449"/>
              <a:gd name="connsiteX2-53" fmla="*/ 12192000 w 12192000"/>
              <a:gd name="connsiteY2-54" fmla="*/ 0 h 4050449"/>
              <a:gd name="connsiteX3-55" fmla="*/ 12192000 w 12192000"/>
              <a:gd name="connsiteY3-56" fmla="*/ 2699336 h 4050449"/>
              <a:gd name="connsiteX4-57" fmla="*/ 6108789 w 12192000"/>
              <a:gd name="connsiteY4-58" fmla="*/ 4050449 h 4050449"/>
              <a:gd name="connsiteX5-59" fmla="*/ 0 w 12192000"/>
              <a:gd name="connsiteY5-60" fmla="*/ 2699336 h 40504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12192000" h="4050449">
                <a:moveTo>
                  <a:pt x="0" y="2699336"/>
                </a:moveTo>
                <a:lnTo>
                  <a:pt x="0" y="0"/>
                </a:lnTo>
                <a:lnTo>
                  <a:pt x="12192000" y="0"/>
                </a:lnTo>
                <a:lnTo>
                  <a:pt x="12192000" y="2699336"/>
                </a:lnTo>
                <a:cubicBezTo>
                  <a:pt x="9432701" y="3723367"/>
                  <a:pt x="8193585" y="4050449"/>
                  <a:pt x="6108789" y="4050449"/>
                </a:cubicBezTo>
                <a:cubicBezTo>
                  <a:pt x="4023993" y="4050449"/>
                  <a:pt x="2759319" y="3723367"/>
                  <a:pt x="0" y="269933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38000">
                <a:schemeClr val="accent2">
                  <a:lumMod val="50000"/>
                </a:schemeClr>
              </a:gs>
            </a:gsLst>
            <a:lin ang="8100000" scaled="1"/>
            <a:tileRect/>
          </a:gradFill>
          <a:ln w="47625"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/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矩形 10"/>
          <p:cNvSpPr/>
          <p:nvPr userDrawn="1">
            <p:custDataLst>
              <p:tags r:id="rId4"/>
            </p:custDataLst>
          </p:nvPr>
        </p:nvSpPr>
        <p:spPr>
          <a:xfrm>
            <a:off x="271462" y="366712"/>
            <a:ext cx="11649076" cy="6210301"/>
          </a:xfrm>
          <a:prstGeom prst="rect">
            <a:avLst/>
          </a:prstGeom>
          <a:noFill/>
          <a:ln>
            <a:gradFill>
              <a:gsLst>
                <a:gs pos="0">
                  <a:schemeClr val="accent1">
                    <a:lumMod val="20000"/>
                    <a:lumOff val="80000"/>
                    <a:alpha val="20000"/>
                  </a:scheme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  <a:effectLst>
            <a:outerShdw blurRad="330200" dist="38100" dir="5400000" algn="t" rotWithShape="0">
              <a:schemeClr val="tx1">
                <a:alpha val="2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877111" y="1273862"/>
            <a:ext cx="10437779" cy="1081088"/>
          </a:xfrm>
        </p:spPr>
        <p:txBody>
          <a:bodyPr wrap="square" anchor="b">
            <a:normAutofit/>
          </a:bodyPr>
          <a:lstStyle>
            <a:lvl1pPr algn="ctr">
              <a:defRPr sz="4400">
                <a:solidFill>
                  <a:schemeClr val="lt1">
                    <a:lumMod val="100000"/>
                  </a:schemeClr>
                </a:solidFill>
                <a:latin typeface="+mj-lt"/>
                <a:sym typeface="+mj-ea"/>
              </a:defRPr>
            </a:lvl1pPr>
          </a:lstStyle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电脑萤幕&#10;&#10;中度可信度描述已自动生成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矩形 8"/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0"/>
                </a:schemeClr>
              </a:gs>
              <a:gs pos="43000">
                <a:schemeClr val="accent2">
                  <a:lumMod val="50000"/>
                  <a:alpha val="2500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lvl="0"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681355" y="2541270"/>
            <a:ext cx="10829925" cy="1536700"/>
          </a:xfrm>
        </p:spPr>
        <p:txBody>
          <a:bodyPr wrap="square" anchor="t">
            <a:normAutofit/>
          </a:bodyPr>
          <a:lstStyle>
            <a:lvl1pPr algn="ctr">
              <a:defRPr sz="40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6"/>
            </p:custDataLst>
          </p:nvPr>
        </p:nvSpPr>
        <p:spPr>
          <a:xfrm>
            <a:off x="681355" y="136525"/>
            <a:ext cx="10829925" cy="2277110"/>
          </a:xfrm>
        </p:spPr>
        <p:txBody>
          <a:bodyPr wrap="none" anchor="b">
            <a:normAutofit/>
          </a:bodyPr>
          <a:lstStyle>
            <a:lvl1pPr marL="0" indent="0" algn="ctr">
              <a:buNone/>
              <a:defRPr sz="8000" b="1">
                <a:solidFill>
                  <a:schemeClr val="lt1">
                    <a:lumMod val="100000"/>
                  </a:schemeClr>
                </a:solidFill>
                <a:latin typeface="+mn-lt"/>
                <a:sym typeface="+mn-ea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4"/>
            <p:custDataLst>
              <p:tags r:id="rId7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10" name="页脚占位符 9"/>
          <p:cNvSpPr>
            <a:spLocks noGrp="1"/>
          </p:cNvSpPr>
          <p:nvPr>
            <p:ph type="ftr" sz="quarter" idx="15"/>
            <p:custDataLst>
              <p:tags r:id="rId8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6"/>
            <p:custDataLst>
              <p:tags r:id="rId9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 algn="l">
              <a:defRPr lang="en-US" dirty="0">
                <a:latin typeface="+mj-lt"/>
                <a:sym typeface="+mj-ea"/>
              </a:defRPr>
            </a:lvl1pPr>
          </a:lstStyle>
          <a:p>
            <a:pPr lvl="0"/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  <p:custDataLst>
              <p:tags r:id="rId3"/>
            </p:custDataLst>
          </p:nvPr>
        </p:nvSpPr>
        <p:spPr>
          <a:xfrm>
            <a:off x="694800" y="1235075"/>
            <a:ext cx="5181600" cy="4899025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4"/>
            </p:custDataLst>
          </p:nvPr>
        </p:nvSpPr>
        <p:spPr>
          <a:xfrm>
            <a:off x="6315602" y="1235075"/>
            <a:ext cx="5181600" cy="4899025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4800" y="360000"/>
            <a:ext cx="10800000" cy="720000"/>
          </a:xfrm>
        </p:spPr>
        <p:txBody>
          <a:bodyPr vert="horz" wrap="square" lIns="0" tIns="0" rIns="0" bIns="0" rtlCol="0" anchor="b" anchorCtr="0">
            <a:normAutofit/>
          </a:bodyPr>
          <a:lstStyle>
            <a:lvl1pPr algn="l">
              <a:defRPr lang="en-US" dirty="0">
                <a:latin typeface="+mj-lt"/>
                <a:sym typeface="+mj-ea"/>
              </a:defRPr>
            </a:lvl1pPr>
          </a:lstStyle>
          <a:p>
            <a:pPr lvl="0"/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94800" y="1246687"/>
            <a:ext cx="5157787" cy="540000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>
                <a:latin typeface="+mj-lt"/>
              </a:rPr>
              <a:t>Click to add text</a:t>
            </a:r>
            <a:endParaRPr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4"/>
            </p:custDataLst>
          </p:nvPr>
        </p:nvSpPr>
        <p:spPr>
          <a:xfrm>
            <a:off x="694800" y="1862051"/>
            <a:ext cx="5157787" cy="4272049"/>
          </a:xfrm>
        </p:spPr>
        <p:txBody>
          <a:bodyPr wrap="square">
            <a:normAutofit/>
          </a:bodyPr>
          <a:lstStyle>
            <a:lvl1pPr>
              <a:defRPr sz="2200"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311612" y="1246687"/>
            <a:ext cx="5183188" cy="540000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>
                <a:latin typeface="+mj-lt"/>
              </a:rPr>
              <a:t>Click to add text</a:t>
            </a:r>
            <a:endParaRPr 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  <p:custDataLst>
              <p:tags r:id="rId6"/>
            </p:custDataLst>
          </p:nvPr>
        </p:nvSpPr>
        <p:spPr>
          <a:xfrm>
            <a:off x="6311612" y="1862051"/>
            <a:ext cx="5183188" cy="4272049"/>
          </a:xfrm>
        </p:spPr>
        <p:txBody>
          <a:bodyPr wrap="square">
            <a:normAutofit/>
          </a:bodyPr>
          <a:lstStyle>
            <a:lvl1pPr>
              <a:defRPr sz="2200"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wrap="square" anchor="b" anchorCtr="0">
            <a:normAutofit/>
          </a:bodyPr>
          <a:lstStyle>
            <a:lvl1pPr algn="l">
              <a:defRPr>
                <a:latin typeface="+mj-lt"/>
                <a:sym typeface="+mj-ea"/>
              </a:defRPr>
            </a:lvl1pPr>
          </a:lstStyle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7" name="页脚占位符 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 hasCustomPrompt="1"/>
            <p:custDataLst>
              <p:tags r:id="rId2"/>
            </p:custDataLst>
          </p:nvPr>
        </p:nvSpPr>
        <p:spPr>
          <a:xfrm>
            <a:off x="681038" y="360000"/>
            <a:ext cx="10813762" cy="581760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7" name="页脚占位符 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4800" y="360000"/>
            <a:ext cx="10800000" cy="720000"/>
          </a:xfrm>
        </p:spPr>
        <p:txBody>
          <a:bodyPr vert="horz" wrap="square" lIns="0" tIns="0" rIns="0" bIns="0" rtlCol="0" anchor="b" anchorCtr="0">
            <a:normAutofit/>
          </a:bodyPr>
          <a:lstStyle>
            <a:lvl1pPr algn="l">
              <a:defRPr lang="en-US" dirty="0">
                <a:latin typeface="+mj-lt"/>
                <a:sym typeface="+mj-ea"/>
              </a:defRPr>
            </a:lvl1pPr>
          </a:lstStyle>
          <a:p>
            <a:pPr lvl="0"/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94800" y="1235075"/>
            <a:ext cx="10800000" cy="576000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00" b="0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r>
              <a:rPr lang="en-US">
                <a:latin typeface="+mj-lt"/>
              </a:rPr>
              <a:t>Click to add text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电脑的屏幕&#10;&#10;中度可信度描述已自动生成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矩形 8"/>
          <p:cNvSpPr/>
          <p:nvPr>
            <p:custDataLst>
              <p:tags r:id="rId4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0"/>
                </a:schemeClr>
              </a:gs>
              <a:gs pos="43000">
                <a:schemeClr val="accent2">
                  <a:lumMod val="50000"/>
                  <a:alpha val="2500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矩形 10"/>
          <p:cNvSpPr/>
          <p:nvPr>
            <p:custDataLst>
              <p:tags r:id="rId5"/>
            </p:custDataLst>
          </p:nvPr>
        </p:nvSpPr>
        <p:spPr>
          <a:xfrm flipV="1">
            <a:off x="271462" y="366712"/>
            <a:ext cx="11649076" cy="6210301"/>
          </a:xfrm>
          <a:prstGeom prst="rect">
            <a:avLst/>
          </a:prstGeom>
          <a:noFill/>
          <a:ln>
            <a:gradFill>
              <a:gsLst>
                <a:gs pos="0">
                  <a:schemeClr val="accent1">
                    <a:lumMod val="20000"/>
                    <a:lumOff val="80000"/>
                    <a:alpha val="20000"/>
                  </a:schemeClr>
                </a:gs>
                <a:gs pos="34000">
                  <a:schemeClr val="accent2">
                    <a:alpha val="0"/>
                  </a:schemeClr>
                </a:gs>
              </a:gsLst>
              <a:lin ang="7800000" scaled="0"/>
            </a:gradFill>
          </a:ln>
          <a:effectLst>
            <a:outerShdw blurRad="330200" dist="38100" dir="5400000" algn="t" rotWithShape="0">
              <a:schemeClr val="tx1">
                <a:alpha val="2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 userDrawn="1">
            <p:ph type="ctrTitle" hasCustomPrompt="1"/>
            <p:custDataLst>
              <p:tags r:id="rId6"/>
            </p:custDataLst>
          </p:nvPr>
        </p:nvSpPr>
        <p:spPr>
          <a:xfrm>
            <a:off x="681038" y="280987"/>
            <a:ext cx="10829924" cy="3148013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lt1">
                    <a:lumMod val="100000"/>
                  </a:schemeClr>
                </a:solidFill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直接连接符 38"/>
          <p:cNvCxnSpPr/>
          <p:nvPr userDrawn="1">
            <p:custDataLst>
              <p:tags r:id="rId2"/>
            </p:custDataLst>
          </p:nvPr>
        </p:nvCxnSpPr>
        <p:spPr>
          <a:xfrm>
            <a:off x="9105265" y="586740"/>
            <a:ext cx="13398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/>
          <p:cNvCxnSpPr/>
          <p:nvPr userDrawn="1">
            <p:custDataLst>
              <p:tags r:id="rId3"/>
            </p:custDataLst>
          </p:nvPr>
        </p:nvCxnSpPr>
        <p:spPr>
          <a:xfrm>
            <a:off x="9105265" y="645160"/>
            <a:ext cx="13398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/>
          <p:cNvCxnSpPr/>
          <p:nvPr userDrawn="1">
            <p:custDataLst>
              <p:tags r:id="rId4"/>
            </p:custDataLst>
          </p:nvPr>
        </p:nvCxnSpPr>
        <p:spPr>
          <a:xfrm>
            <a:off x="9105265" y="703580"/>
            <a:ext cx="13398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副标题"/>
          <p:cNvSpPr>
            <a:spLocks noGrp="1"/>
          </p:cNvSpPr>
          <p:nvPr>
            <p:ph type="body" idx="32" hasCustomPrompt="1"/>
            <p:custDataLst>
              <p:tags r:id="rId5"/>
            </p:custDataLst>
          </p:nvPr>
        </p:nvSpPr>
        <p:spPr>
          <a:xfrm>
            <a:off x="1689735" y="2755316"/>
            <a:ext cx="7549515" cy="677545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marR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buClrTx/>
              <a:buSzTx/>
              <a:buFontTx/>
              <a:buNone/>
              <a:defRPr kumimoji="0" lang="en-US" sz="2000" b="1" i="0" u="none" strike="noStrike" kern="1200" cap="none" spc="0" normalizeH="0" baseline="0" noProof="1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17" name="标题"/>
          <p:cNvSpPr>
            <a:spLocks noGrp="1"/>
          </p:cNvSpPr>
          <p:nvPr>
            <p:ph type="title" idx="31" hasCustomPrompt="1"/>
            <p:custDataLst>
              <p:tags r:id="rId6"/>
            </p:custDataLst>
          </p:nvPr>
        </p:nvSpPr>
        <p:spPr>
          <a:xfrm>
            <a:off x="1689735" y="98425"/>
            <a:ext cx="9169400" cy="2653665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vert="horz" wrap="square" lIns="91440" tIns="45720" rIns="91440" bIns="45720" rtlCol="0" anchor="b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5000" b="1" i="0" u="none" strike="noStrike" kern="1200" cap="none" spc="0" normalizeH="0" baseline="0" noProof="1" smtClean="0">
                <a:ln>
                  <a:noFill/>
                  <a:prstDash val="sysDot"/>
                </a:ln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dirty="0">
                <a:sym typeface="+mn-ea"/>
              </a:rPr>
              <a:t>Click to add title</a:t>
            </a:r>
            <a:endParaRPr lang="en-US" dirty="0">
              <a:sym typeface="+mn-ea"/>
            </a:endParaRPr>
          </a:p>
        </p:txBody>
      </p:sp>
      <p:sp>
        <p:nvSpPr>
          <p:cNvPr id="11" name="椭圆 10"/>
          <p:cNvSpPr/>
          <p:nvPr userDrawn="1">
            <p:custDataLst>
              <p:tags r:id="rId7"/>
            </p:custDataLst>
          </p:nvPr>
        </p:nvSpPr>
        <p:spPr>
          <a:xfrm>
            <a:off x="2440305" y="3308985"/>
            <a:ext cx="71755" cy="71755"/>
          </a:xfrm>
          <a:prstGeom prst="ellipse">
            <a:avLst/>
          </a:prstGeom>
          <a:solidFill>
            <a:schemeClr val="bg1"/>
          </a:soli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35" name="椭圆 34"/>
          <p:cNvSpPr/>
          <p:nvPr userDrawn="1">
            <p:custDataLst>
              <p:tags r:id="rId11"/>
            </p:custDataLst>
          </p:nvPr>
        </p:nvSpPr>
        <p:spPr>
          <a:xfrm>
            <a:off x="5124450" y="4385310"/>
            <a:ext cx="295275" cy="29527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任意多边形 2"/>
          <p:cNvSpPr/>
          <p:nvPr userDrawn="1">
            <p:custDataLst>
              <p:tags r:id="rId12"/>
            </p:custDataLst>
          </p:nvPr>
        </p:nvSpPr>
        <p:spPr>
          <a:xfrm>
            <a:off x="1270" y="4357370"/>
            <a:ext cx="12190730" cy="1986280"/>
          </a:xfrm>
          <a:custGeom>
            <a:avLst/>
            <a:gdLst>
              <a:gd name="connsiteX0" fmla="*/ 0 w 19198"/>
              <a:gd name="connsiteY0" fmla="*/ 2656 h 5310"/>
              <a:gd name="connsiteX1" fmla="*/ 2567 w 19198"/>
              <a:gd name="connsiteY1" fmla="*/ 2438 h 5310"/>
              <a:gd name="connsiteX2" fmla="*/ 7450 w 19198"/>
              <a:gd name="connsiteY2" fmla="*/ 83 h 5310"/>
              <a:gd name="connsiteX3" fmla="*/ 14069 w 19198"/>
              <a:gd name="connsiteY3" fmla="*/ 5300 h 5310"/>
              <a:gd name="connsiteX4" fmla="*/ 19198 w 19198"/>
              <a:gd name="connsiteY4" fmla="*/ 3046 h 5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5311">
                <a:moveTo>
                  <a:pt x="0" y="2656"/>
                </a:moveTo>
                <a:cubicBezTo>
                  <a:pt x="432" y="2680"/>
                  <a:pt x="1077" y="2953"/>
                  <a:pt x="2567" y="2438"/>
                </a:cubicBezTo>
                <a:cubicBezTo>
                  <a:pt x="4057" y="1923"/>
                  <a:pt x="5165" y="-471"/>
                  <a:pt x="7450" y="83"/>
                </a:cubicBezTo>
                <a:cubicBezTo>
                  <a:pt x="9735" y="637"/>
                  <a:pt x="11730" y="5128"/>
                  <a:pt x="14069" y="5300"/>
                </a:cubicBezTo>
                <a:cubicBezTo>
                  <a:pt x="16408" y="5472"/>
                  <a:pt x="18305" y="3601"/>
                  <a:pt x="19198" y="3046"/>
                </a:cubicBezTo>
              </a:path>
            </a:pathLst>
          </a:custGeom>
          <a:noFill/>
          <a:ln w="19050"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任意多边形 39"/>
          <p:cNvSpPr/>
          <p:nvPr userDrawn="1">
            <p:custDataLst>
              <p:tags r:id="rId13"/>
            </p:custDataLst>
          </p:nvPr>
        </p:nvSpPr>
        <p:spPr>
          <a:xfrm>
            <a:off x="2540" y="4643120"/>
            <a:ext cx="12190730" cy="1539240"/>
          </a:xfrm>
          <a:custGeom>
            <a:avLst/>
            <a:gdLst>
              <a:gd name="connsiteX0" fmla="*/ 0 w 19198"/>
              <a:gd name="connsiteY0" fmla="*/ 1171 h 2424"/>
              <a:gd name="connsiteX1" fmla="*/ 2640 w 19198"/>
              <a:gd name="connsiteY1" fmla="*/ 1211 h 2424"/>
              <a:gd name="connsiteX2" fmla="*/ 7538 w 19198"/>
              <a:gd name="connsiteY2" fmla="*/ 57 h 2424"/>
              <a:gd name="connsiteX3" fmla="*/ 14121 w 19198"/>
              <a:gd name="connsiteY3" fmla="*/ 2416 h 2424"/>
              <a:gd name="connsiteX4" fmla="*/ 19198 w 19198"/>
              <a:gd name="connsiteY4" fmla="*/ 1401 h 2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2424">
                <a:moveTo>
                  <a:pt x="0" y="1171"/>
                </a:moveTo>
                <a:cubicBezTo>
                  <a:pt x="432" y="1185"/>
                  <a:pt x="1150" y="1514"/>
                  <a:pt x="2640" y="1211"/>
                </a:cubicBezTo>
                <a:cubicBezTo>
                  <a:pt x="4130" y="908"/>
                  <a:pt x="5253" y="-269"/>
                  <a:pt x="7538" y="57"/>
                </a:cubicBezTo>
                <a:cubicBezTo>
                  <a:pt x="9823" y="383"/>
                  <a:pt x="11782" y="2314"/>
                  <a:pt x="14121" y="2416"/>
                </a:cubicBezTo>
                <a:cubicBezTo>
                  <a:pt x="16460" y="2517"/>
                  <a:pt x="18305" y="1728"/>
                  <a:pt x="19198" y="1401"/>
                </a:cubicBezTo>
              </a:path>
            </a:pathLst>
          </a:custGeom>
          <a:noFill/>
          <a:ln w="19050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任意多边形 40"/>
          <p:cNvSpPr/>
          <p:nvPr userDrawn="1">
            <p:custDataLst>
              <p:tags r:id="rId14"/>
            </p:custDataLst>
          </p:nvPr>
        </p:nvSpPr>
        <p:spPr>
          <a:xfrm>
            <a:off x="2540" y="4864735"/>
            <a:ext cx="12190730" cy="1163955"/>
          </a:xfrm>
          <a:custGeom>
            <a:avLst/>
            <a:gdLst>
              <a:gd name="connsiteX0" fmla="*/ 0 w 19198"/>
              <a:gd name="connsiteY0" fmla="*/ 906 h 1833"/>
              <a:gd name="connsiteX1" fmla="*/ 2658 w 19198"/>
              <a:gd name="connsiteY1" fmla="*/ 1074 h 1833"/>
              <a:gd name="connsiteX2" fmla="*/ 7591 w 19198"/>
              <a:gd name="connsiteY2" fmla="*/ 63 h 1833"/>
              <a:gd name="connsiteX3" fmla="*/ 14175 w 19198"/>
              <a:gd name="connsiteY3" fmla="*/ 1819 h 1833"/>
              <a:gd name="connsiteX4" fmla="*/ 19198 w 19198"/>
              <a:gd name="connsiteY4" fmla="*/ 1136 h 18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1833">
                <a:moveTo>
                  <a:pt x="0" y="906"/>
                </a:moveTo>
                <a:cubicBezTo>
                  <a:pt x="432" y="920"/>
                  <a:pt x="1168" y="1377"/>
                  <a:pt x="2658" y="1074"/>
                </a:cubicBezTo>
                <a:cubicBezTo>
                  <a:pt x="4148" y="771"/>
                  <a:pt x="5306" y="-263"/>
                  <a:pt x="7591" y="63"/>
                </a:cubicBezTo>
                <a:cubicBezTo>
                  <a:pt x="9876" y="389"/>
                  <a:pt x="11836" y="1717"/>
                  <a:pt x="14175" y="1819"/>
                </a:cubicBezTo>
                <a:cubicBezTo>
                  <a:pt x="16514" y="1920"/>
                  <a:pt x="18305" y="1463"/>
                  <a:pt x="19198" y="1136"/>
                </a:cubicBezTo>
              </a:path>
            </a:pathLst>
          </a:custGeom>
          <a:noFill/>
          <a:ln w="19050">
            <a:solidFill>
              <a:schemeClr val="accent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任意多边形 41"/>
          <p:cNvSpPr/>
          <p:nvPr userDrawn="1">
            <p:custDataLst>
              <p:tags r:id="rId15"/>
            </p:custDataLst>
          </p:nvPr>
        </p:nvSpPr>
        <p:spPr>
          <a:xfrm>
            <a:off x="1270" y="5117465"/>
            <a:ext cx="12190730" cy="730250"/>
          </a:xfrm>
          <a:custGeom>
            <a:avLst/>
            <a:gdLst>
              <a:gd name="connsiteX0" fmla="*/ 0 w 19198"/>
              <a:gd name="connsiteY0" fmla="*/ 606 h 1149"/>
              <a:gd name="connsiteX1" fmla="*/ 2696 w 19198"/>
              <a:gd name="connsiteY1" fmla="*/ 925 h 1149"/>
              <a:gd name="connsiteX2" fmla="*/ 7646 w 19198"/>
              <a:gd name="connsiteY2" fmla="*/ 72 h 1149"/>
              <a:gd name="connsiteX3" fmla="*/ 14265 w 19198"/>
              <a:gd name="connsiteY3" fmla="*/ 1101 h 1149"/>
              <a:gd name="connsiteX4" fmla="*/ 19198 w 19198"/>
              <a:gd name="connsiteY4" fmla="*/ 836 h 1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1150">
                <a:moveTo>
                  <a:pt x="0" y="606"/>
                </a:moveTo>
                <a:cubicBezTo>
                  <a:pt x="432" y="620"/>
                  <a:pt x="1206" y="1228"/>
                  <a:pt x="2696" y="925"/>
                </a:cubicBezTo>
                <a:cubicBezTo>
                  <a:pt x="4186" y="622"/>
                  <a:pt x="5361" y="-254"/>
                  <a:pt x="7646" y="72"/>
                </a:cubicBezTo>
                <a:cubicBezTo>
                  <a:pt x="9931" y="398"/>
                  <a:pt x="11926" y="999"/>
                  <a:pt x="14265" y="1101"/>
                </a:cubicBezTo>
                <a:cubicBezTo>
                  <a:pt x="16604" y="1202"/>
                  <a:pt x="18305" y="1163"/>
                  <a:pt x="19198" y="836"/>
                </a:cubicBezTo>
              </a:path>
            </a:pathLst>
          </a:custGeom>
          <a:noFill/>
          <a:ln w="19050">
            <a:solidFill>
              <a:schemeClr val="accent1">
                <a:alpha val="4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椭圆 42"/>
          <p:cNvSpPr/>
          <p:nvPr userDrawn="1">
            <p:custDataLst>
              <p:tags r:id="rId16"/>
            </p:custDataLst>
          </p:nvPr>
        </p:nvSpPr>
        <p:spPr>
          <a:xfrm>
            <a:off x="7679690" y="5943600"/>
            <a:ext cx="239395" cy="23939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椭圆 43"/>
          <p:cNvSpPr/>
          <p:nvPr userDrawn="1">
            <p:custDataLst>
              <p:tags r:id="rId17"/>
            </p:custDataLst>
          </p:nvPr>
        </p:nvSpPr>
        <p:spPr>
          <a:xfrm>
            <a:off x="1955165" y="5185410"/>
            <a:ext cx="172085" cy="17208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椭圆 44"/>
          <p:cNvSpPr/>
          <p:nvPr userDrawn="1">
            <p:custDataLst>
              <p:tags r:id="rId18"/>
            </p:custDataLst>
          </p:nvPr>
        </p:nvSpPr>
        <p:spPr>
          <a:xfrm>
            <a:off x="10687685" y="5771515"/>
            <a:ext cx="172085" cy="17208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署名占位符 10"/>
          <p:cNvSpPr>
            <a:spLocks noGrp="1"/>
          </p:cNvSpPr>
          <p:nvPr>
            <p:ph type="body" sz="quarter" idx="17" hasCustomPrompt="1"/>
            <p:custDataLst>
              <p:tags r:id="rId19"/>
            </p:custDataLst>
          </p:nvPr>
        </p:nvSpPr>
        <p:spPr>
          <a:xfrm>
            <a:off x="1783715" y="3472865"/>
            <a:ext cx="1574800" cy="455929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 spc="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9" name="矩形: 剪去对角 8"/>
          <p:cNvSpPr/>
          <p:nvPr userDrawn="1">
            <p:custDataLst>
              <p:tags r:id="rId20"/>
            </p:custDataLst>
          </p:nvPr>
        </p:nvSpPr>
        <p:spPr>
          <a:xfrm>
            <a:off x="1783715" y="3485564"/>
            <a:ext cx="1574800" cy="455930"/>
          </a:xfrm>
          <a:prstGeom prst="snip2Diag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ash"/>
          </a:ln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marR="0" lvl="0" indent="-228600" algn="ctr" fontAlgn="auto">
              <a:lnSpc>
                <a:spcPct val="110000"/>
              </a:lnSpc>
              <a:spcBef>
                <a:spcPts val="1000"/>
              </a:spcBef>
              <a:buClrTx/>
              <a:buSzTx/>
              <a:buFontTx/>
              <a:buNone/>
            </a:pPr>
            <a:endParaRPr kumimoji="0" lang="en-US" sz="1400" b="0" i="0" u="none" strike="noStrike" cap="none" spc="0" normalizeH="0" baseline="0" noProof="1">
              <a:ln>
                <a:noFill/>
                <a:prstDash val="sysDot"/>
              </a:ln>
              <a:solidFill>
                <a:schemeClr val="accent1"/>
              </a:solidFill>
              <a:uFillTx/>
              <a:latin typeface="+mj-lt"/>
              <a:sym typeface="+mn-lt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文"/>
          <p:cNvSpPr txBox="1">
            <a:spLocks noGrp="1"/>
          </p:cNvSpPr>
          <p:nvPr>
            <p:ph idx="2" hasCustomPrompt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>
              <a:defRPr sz="1800" u="none" strike="noStrike" kern="1200" cap="none" spc="0" normalizeH="0"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>
              <a:defRPr sz="1600">
                <a:latin typeface="+mn-lt"/>
                <a:sym typeface="+mn-ea"/>
              </a:defRPr>
            </a:lvl2pPr>
            <a:lvl3pPr>
              <a:defRPr sz="1600">
                <a:latin typeface="+mn-lt"/>
                <a:sym typeface="+mn-ea"/>
              </a:defRPr>
            </a:lvl3pPr>
            <a:lvl4pPr>
              <a:defRPr sz="1400">
                <a:latin typeface="+mn-lt"/>
                <a:sym typeface="+mn-ea"/>
              </a:defRPr>
            </a:lvl4pPr>
            <a:lvl5pPr>
              <a:defRPr sz="1400">
                <a:latin typeface="+mn-lt"/>
                <a:sym typeface="+mn-ea"/>
              </a:defRPr>
            </a:lvl5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7" name="标题"/>
          <p:cNvSpPr txBox="1">
            <a:spLocks noGrp="1"/>
          </p:cNvSpPr>
          <p:nvPr>
            <p:ph type="title" idx="1" hasCustomPrompt="1"/>
            <p:custDataLst>
              <p:tags r:id="rId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36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1"/>
                </a:solidFill>
                <a:uFillTx/>
                <a:latin typeface="+mj-lt"/>
              </a:defRPr>
            </a:lvl1pPr>
          </a:lstStyle>
          <a:p>
            <a:pPr lvl="0" algn="ctr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"/>
          <p:cNvSpPr txBox="1">
            <a:spLocks noGrp="1"/>
          </p:cNvSpPr>
          <p:nvPr>
            <p:ph type="title" idx="13" hasCustomPrompt="1"/>
            <p:custDataLst>
              <p:tags r:id="rId2"/>
            </p:custDataLst>
          </p:nvPr>
        </p:nvSpPr>
        <p:spPr>
          <a:xfrm>
            <a:off x="429895" y="454025"/>
            <a:ext cx="6546801" cy="101663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6400" b="1" i="0" u="none" strike="noStrike" kern="1200" cap="none" spc="0" normalizeH="0" baseline="0" noProof="1" dirty="0">
                <a:solidFill>
                  <a:schemeClr val="accent1"/>
                </a:solidFill>
                <a:effectLst/>
                <a:latin typeface="+mj-lt"/>
                <a:sym typeface="+mn-ea"/>
              </a:defRPr>
            </a:lvl1pPr>
          </a:lstStyle>
          <a:p>
            <a:pPr lvl="0">
              <a:lnSpc>
                <a:spcPct val="100000"/>
              </a:lnSpc>
            </a:pPr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14" name="矩形 13"/>
          <p:cNvSpPr/>
          <p:nvPr userDrawn="1">
            <p:custDataLst>
              <p:tags r:id="rId6"/>
            </p:custDataLst>
          </p:nvPr>
        </p:nvSpPr>
        <p:spPr>
          <a:xfrm flipH="1">
            <a:off x="8221980" y="6144260"/>
            <a:ext cx="904875" cy="492125"/>
          </a:xfrm>
          <a:prstGeom prst="rect">
            <a:avLst/>
          </a:prstGeom>
          <a:solidFill>
            <a:schemeClr val="accent1">
              <a:lumMod val="60000"/>
              <a:lumOff val="40000"/>
              <a:alpha val="4000"/>
            </a:schemeClr>
          </a:solidFill>
          <a:ln>
            <a:noFill/>
            <a:prstDash val="solid"/>
          </a:ln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矩形 16"/>
          <p:cNvSpPr/>
          <p:nvPr userDrawn="1">
            <p:custDataLst>
              <p:tags r:id="rId7"/>
            </p:custDataLst>
          </p:nvPr>
        </p:nvSpPr>
        <p:spPr>
          <a:xfrm flipH="1">
            <a:off x="7935595" y="6430010"/>
            <a:ext cx="676910" cy="330200"/>
          </a:xfrm>
          <a:prstGeom prst="rect">
            <a:avLst/>
          </a:prstGeom>
          <a:solidFill>
            <a:schemeClr val="accent1">
              <a:lumMod val="60000"/>
              <a:lumOff val="40000"/>
              <a:alpha val="5000"/>
            </a:schemeClr>
          </a:solidFill>
          <a:ln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椭圆 17"/>
          <p:cNvSpPr/>
          <p:nvPr userDrawn="1">
            <p:custDataLst>
              <p:tags r:id="rId8"/>
            </p:custDataLst>
          </p:nvPr>
        </p:nvSpPr>
        <p:spPr>
          <a:xfrm flipH="1">
            <a:off x="6774815" y="4752340"/>
            <a:ext cx="295275" cy="29527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椭圆 18"/>
          <p:cNvSpPr>
            <a:spLocks noChangeAspect="1"/>
          </p:cNvSpPr>
          <p:nvPr userDrawn="1">
            <p:custDataLst>
              <p:tags r:id="rId9"/>
            </p:custDataLst>
          </p:nvPr>
        </p:nvSpPr>
        <p:spPr>
          <a:xfrm flipH="1">
            <a:off x="9277985" y="6059170"/>
            <a:ext cx="144145" cy="144145"/>
          </a:xfrm>
          <a:prstGeom prst="ellipse">
            <a:avLst/>
          </a:prstGeom>
          <a:noFill/>
          <a:ln w="25400">
            <a:solidFill>
              <a:schemeClr val="accent2">
                <a:alpha val="12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任意多边形 19"/>
          <p:cNvSpPr/>
          <p:nvPr userDrawn="1">
            <p:custDataLst>
              <p:tags r:id="rId10"/>
            </p:custDataLst>
          </p:nvPr>
        </p:nvSpPr>
        <p:spPr>
          <a:xfrm flipH="1">
            <a:off x="2540" y="4724400"/>
            <a:ext cx="12190730" cy="1986280"/>
          </a:xfrm>
          <a:custGeom>
            <a:avLst/>
            <a:gdLst>
              <a:gd name="connsiteX0" fmla="*/ 0 w 19198"/>
              <a:gd name="connsiteY0" fmla="*/ 2656 h 5310"/>
              <a:gd name="connsiteX1" fmla="*/ 2567 w 19198"/>
              <a:gd name="connsiteY1" fmla="*/ 2438 h 5310"/>
              <a:gd name="connsiteX2" fmla="*/ 7450 w 19198"/>
              <a:gd name="connsiteY2" fmla="*/ 83 h 5310"/>
              <a:gd name="connsiteX3" fmla="*/ 14069 w 19198"/>
              <a:gd name="connsiteY3" fmla="*/ 5300 h 5310"/>
              <a:gd name="connsiteX4" fmla="*/ 19198 w 19198"/>
              <a:gd name="connsiteY4" fmla="*/ 3046 h 5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5311">
                <a:moveTo>
                  <a:pt x="0" y="2656"/>
                </a:moveTo>
                <a:cubicBezTo>
                  <a:pt x="432" y="2680"/>
                  <a:pt x="1077" y="2953"/>
                  <a:pt x="2567" y="2438"/>
                </a:cubicBezTo>
                <a:cubicBezTo>
                  <a:pt x="4057" y="1923"/>
                  <a:pt x="5165" y="-471"/>
                  <a:pt x="7450" y="83"/>
                </a:cubicBezTo>
                <a:cubicBezTo>
                  <a:pt x="9735" y="637"/>
                  <a:pt x="11730" y="5128"/>
                  <a:pt x="14069" y="5300"/>
                </a:cubicBezTo>
                <a:cubicBezTo>
                  <a:pt x="16408" y="5472"/>
                  <a:pt x="18305" y="3601"/>
                  <a:pt x="19198" y="3046"/>
                </a:cubicBezTo>
              </a:path>
            </a:pathLst>
          </a:custGeom>
          <a:noFill/>
          <a:ln w="19050"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任意多边形 20"/>
          <p:cNvSpPr/>
          <p:nvPr userDrawn="1">
            <p:custDataLst>
              <p:tags r:id="rId11"/>
            </p:custDataLst>
          </p:nvPr>
        </p:nvSpPr>
        <p:spPr>
          <a:xfrm flipH="1">
            <a:off x="1270" y="5010150"/>
            <a:ext cx="12190730" cy="1539240"/>
          </a:xfrm>
          <a:custGeom>
            <a:avLst/>
            <a:gdLst>
              <a:gd name="connsiteX0" fmla="*/ 0 w 19198"/>
              <a:gd name="connsiteY0" fmla="*/ 1171 h 2424"/>
              <a:gd name="connsiteX1" fmla="*/ 2640 w 19198"/>
              <a:gd name="connsiteY1" fmla="*/ 1211 h 2424"/>
              <a:gd name="connsiteX2" fmla="*/ 7538 w 19198"/>
              <a:gd name="connsiteY2" fmla="*/ 57 h 2424"/>
              <a:gd name="connsiteX3" fmla="*/ 14121 w 19198"/>
              <a:gd name="connsiteY3" fmla="*/ 2416 h 2424"/>
              <a:gd name="connsiteX4" fmla="*/ 19198 w 19198"/>
              <a:gd name="connsiteY4" fmla="*/ 1401 h 2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2424">
                <a:moveTo>
                  <a:pt x="0" y="1171"/>
                </a:moveTo>
                <a:cubicBezTo>
                  <a:pt x="432" y="1185"/>
                  <a:pt x="1150" y="1514"/>
                  <a:pt x="2640" y="1211"/>
                </a:cubicBezTo>
                <a:cubicBezTo>
                  <a:pt x="4130" y="908"/>
                  <a:pt x="5253" y="-269"/>
                  <a:pt x="7538" y="57"/>
                </a:cubicBezTo>
                <a:cubicBezTo>
                  <a:pt x="9823" y="383"/>
                  <a:pt x="11782" y="2314"/>
                  <a:pt x="14121" y="2416"/>
                </a:cubicBezTo>
                <a:cubicBezTo>
                  <a:pt x="16460" y="2517"/>
                  <a:pt x="18305" y="1728"/>
                  <a:pt x="19198" y="1401"/>
                </a:cubicBezTo>
              </a:path>
            </a:pathLst>
          </a:custGeom>
          <a:noFill/>
          <a:ln w="19050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任意多边形 21"/>
          <p:cNvSpPr/>
          <p:nvPr userDrawn="1">
            <p:custDataLst>
              <p:tags r:id="rId12"/>
            </p:custDataLst>
          </p:nvPr>
        </p:nvSpPr>
        <p:spPr>
          <a:xfrm flipH="1">
            <a:off x="1270" y="5231765"/>
            <a:ext cx="12190730" cy="1163955"/>
          </a:xfrm>
          <a:custGeom>
            <a:avLst/>
            <a:gdLst>
              <a:gd name="connsiteX0" fmla="*/ 0 w 19198"/>
              <a:gd name="connsiteY0" fmla="*/ 906 h 1833"/>
              <a:gd name="connsiteX1" fmla="*/ 2658 w 19198"/>
              <a:gd name="connsiteY1" fmla="*/ 1074 h 1833"/>
              <a:gd name="connsiteX2" fmla="*/ 7591 w 19198"/>
              <a:gd name="connsiteY2" fmla="*/ 63 h 1833"/>
              <a:gd name="connsiteX3" fmla="*/ 14175 w 19198"/>
              <a:gd name="connsiteY3" fmla="*/ 1819 h 1833"/>
              <a:gd name="connsiteX4" fmla="*/ 19198 w 19198"/>
              <a:gd name="connsiteY4" fmla="*/ 1136 h 18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1833">
                <a:moveTo>
                  <a:pt x="0" y="906"/>
                </a:moveTo>
                <a:cubicBezTo>
                  <a:pt x="432" y="920"/>
                  <a:pt x="1168" y="1377"/>
                  <a:pt x="2658" y="1074"/>
                </a:cubicBezTo>
                <a:cubicBezTo>
                  <a:pt x="4148" y="771"/>
                  <a:pt x="5306" y="-263"/>
                  <a:pt x="7591" y="63"/>
                </a:cubicBezTo>
                <a:cubicBezTo>
                  <a:pt x="9876" y="389"/>
                  <a:pt x="11836" y="1717"/>
                  <a:pt x="14175" y="1819"/>
                </a:cubicBezTo>
                <a:cubicBezTo>
                  <a:pt x="16514" y="1920"/>
                  <a:pt x="18305" y="1463"/>
                  <a:pt x="19198" y="1136"/>
                </a:cubicBezTo>
              </a:path>
            </a:pathLst>
          </a:custGeom>
          <a:noFill/>
          <a:ln w="19050">
            <a:solidFill>
              <a:schemeClr val="accent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任意多边形 22"/>
          <p:cNvSpPr/>
          <p:nvPr userDrawn="1">
            <p:custDataLst>
              <p:tags r:id="rId13"/>
            </p:custDataLst>
          </p:nvPr>
        </p:nvSpPr>
        <p:spPr>
          <a:xfrm flipH="1">
            <a:off x="2540" y="5484495"/>
            <a:ext cx="12190730" cy="730250"/>
          </a:xfrm>
          <a:custGeom>
            <a:avLst/>
            <a:gdLst>
              <a:gd name="connsiteX0" fmla="*/ 0 w 19198"/>
              <a:gd name="connsiteY0" fmla="*/ 606 h 1149"/>
              <a:gd name="connsiteX1" fmla="*/ 2696 w 19198"/>
              <a:gd name="connsiteY1" fmla="*/ 925 h 1149"/>
              <a:gd name="connsiteX2" fmla="*/ 7646 w 19198"/>
              <a:gd name="connsiteY2" fmla="*/ 72 h 1149"/>
              <a:gd name="connsiteX3" fmla="*/ 14265 w 19198"/>
              <a:gd name="connsiteY3" fmla="*/ 1101 h 1149"/>
              <a:gd name="connsiteX4" fmla="*/ 19198 w 19198"/>
              <a:gd name="connsiteY4" fmla="*/ 836 h 1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1150">
                <a:moveTo>
                  <a:pt x="0" y="606"/>
                </a:moveTo>
                <a:cubicBezTo>
                  <a:pt x="432" y="620"/>
                  <a:pt x="1206" y="1228"/>
                  <a:pt x="2696" y="925"/>
                </a:cubicBezTo>
                <a:cubicBezTo>
                  <a:pt x="4186" y="622"/>
                  <a:pt x="5361" y="-254"/>
                  <a:pt x="7646" y="72"/>
                </a:cubicBezTo>
                <a:cubicBezTo>
                  <a:pt x="9931" y="398"/>
                  <a:pt x="11926" y="999"/>
                  <a:pt x="14265" y="1101"/>
                </a:cubicBezTo>
                <a:cubicBezTo>
                  <a:pt x="16604" y="1202"/>
                  <a:pt x="18305" y="1163"/>
                  <a:pt x="19198" y="836"/>
                </a:cubicBezTo>
              </a:path>
            </a:pathLst>
          </a:custGeom>
          <a:noFill/>
          <a:ln w="19050">
            <a:solidFill>
              <a:schemeClr val="accent1">
                <a:alpha val="4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椭圆 23"/>
          <p:cNvSpPr/>
          <p:nvPr userDrawn="1">
            <p:custDataLst>
              <p:tags r:id="rId14"/>
            </p:custDataLst>
          </p:nvPr>
        </p:nvSpPr>
        <p:spPr>
          <a:xfrm flipH="1">
            <a:off x="4275455" y="6310630"/>
            <a:ext cx="239395" cy="23939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椭圆 24"/>
          <p:cNvSpPr/>
          <p:nvPr userDrawn="1">
            <p:custDataLst>
              <p:tags r:id="rId15"/>
            </p:custDataLst>
          </p:nvPr>
        </p:nvSpPr>
        <p:spPr>
          <a:xfrm flipH="1">
            <a:off x="10067290" y="5552440"/>
            <a:ext cx="172085" cy="17208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椭圆 25"/>
          <p:cNvSpPr/>
          <p:nvPr userDrawn="1">
            <p:custDataLst>
              <p:tags r:id="rId16"/>
            </p:custDataLst>
          </p:nvPr>
        </p:nvSpPr>
        <p:spPr>
          <a:xfrm flipH="1">
            <a:off x="1334770" y="6138545"/>
            <a:ext cx="172085" cy="17208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"/>
          <p:cNvSpPr txBox="1">
            <a:spLocks noGrp="1"/>
          </p:cNvSpPr>
          <p:nvPr>
            <p:ph type="title" idx="13" hasCustomPrompt="1"/>
            <p:custDataLst>
              <p:tags r:id="rId2"/>
            </p:custDataLst>
          </p:nvPr>
        </p:nvSpPr>
        <p:spPr>
          <a:xfrm>
            <a:off x="3891280" y="1578610"/>
            <a:ext cx="6968490" cy="210185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ctr" anchorCtr="0">
            <a:normAutofit/>
          </a:bodyPr>
          <a:lstStyle>
            <a:defPPr>
              <a:defRPr lang="en-US">
                <a:latin typeface="+mj-lt"/>
              </a:defRPr>
            </a:defPPr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4400" b="1" i="0" u="none" strike="noStrike" kern="1200" cap="none" spc="0" normalizeH="0" baseline="0" noProof="1" dirty="0">
                <a:solidFill>
                  <a:schemeClr val="accent1"/>
                </a:solidFill>
                <a:latin typeface="+mj-lt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15" name="节编号"/>
          <p:cNvSpPr txBox="1">
            <a:spLocks noGrp="1"/>
          </p:cNvSpPr>
          <p:nvPr>
            <p:ph type="body" idx="9" hasCustomPrompt="1"/>
            <p:custDataLst>
              <p:tags r:id="rId3"/>
            </p:custDataLst>
          </p:nvPr>
        </p:nvSpPr>
        <p:spPr>
          <a:xfrm>
            <a:off x="577850" y="1579880"/>
            <a:ext cx="3261995" cy="2100580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 anchorCtr="0">
            <a:normAutofit/>
          </a:bodyPr>
          <a:lstStyle>
            <a:defPPr>
              <a:defRPr lang="en-US">
                <a:latin typeface="+mn-lt"/>
              </a:defRPr>
            </a:defPPr>
            <a:lvl1pPr marL="0" marR="0" lvl="0" algn="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1500" b="0" i="0" u="none" strike="noStrike" kern="1200" cap="none" spc="0" normalizeH="0" baseline="0" noProof="1" dirty="0">
                <a:ln w="12700" cmpd="sng">
                  <a:solidFill>
                    <a:schemeClr val="accent1"/>
                  </a:solidFill>
                  <a:prstDash val="solid"/>
                </a:ln>
                <a:noFill/>
                <a:latin typeface="+mn-lt"/>
                <a:sym typeface="+mn-ea"/>
              </a:defRPr>
            </a:lvl1pPr>
          </a:lstStyle>
          <a:p>
            <a:pPr lvl="0" algn="r">
              <a:buClrTx/>
              <a:buSzTx/>
              <a:buFontTx/>
            </a:pPr>
            <a:r>
              <a:rPr dirty="0" err="1">
                <a:latin typeface="+mn-lt"/>
                <a:sym typeface="+mn-ea"/>
              </a:rPr>
              <a:t> text</a:t>
            </a:r>
            <a:endParaRPr dirty="0" err="1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51" name="椭圆 50"/>
          <p:cNvSpPr/>
          <p:nvPr userDrawn="1">
            <p:custDataLst>
              <p:tags r:id="rId7"/>
            </p:custDataLst>
          </p:nvPr>
        </p:nvSpPr>
        <p:spPr>
          <a:xfrm>
            <a:off x="5124450" y="4385310"/>
            <a:ext cx="295275" cy="29527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任意多边形 51"/>
          <p:cNvSpPr/>
          <p:nvPr userDrawn="1">
            <p:custDataLst>
              <p:tags r:id="rId8"/>
            </p:custDataLst>
          </p:nvPr>
        </p:nvSpPr>
        <p:spPr>
          <a:xfrm>
            <a:off x="1270" y="4357370"/>
            <a:ext cx="12190730" cy="1986280"/>
          </a:xfrm>
          <a:custGeom>
            <a:avLst/>
            <a:gdLst>
              <a:gd name="connsiteX0" fmla="*/ 0 w 19198"/>
              <a:gd name="connsiteY0" fmla="*/ 2656 h 5310"/>
              <a:gd name="connsiteX1" fmla="*/ 2567 w 19198"/>
              <a:gd name="connsiteY1" fmla="*/ 2438 h 5310"/>
              <a:gd name="connsiteX2" fmla="*/ 7450 w 19198"/>
              <a:gd name="connsiteY2" fmla="*/ 83 h 5310"/>
              <a:gd name="connsiteX3" fmla="*/ 14069 w 19198"/>
              <a:gd name="connsiteY3" fmla="*/ 5300 h 5310"/>
              <a:gd name="connsiteX4" fmla="*/ 19198 w 19198"/>
              <a:gd name="connsiteY4" fmla="*/ 3046 h 5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5311">
                <a:moveTo>
                  <a:pt x="0" y="2656"/>
                </a:moveTo>
                <a:cubicBezTo>
                  <a:pt x="432" y="2680"/>
                  <a:pt x="1077" y="2953"/>
                  <a:pt x="2567" y="2438"/>
                </a:cubicBezTo>
                <a:cubicBezTo>
                  <a:pt x="4057" y="1923"/>
                  <a:pt x="5165" y="-471"/>
                  <a:pt x="7450" y="83"/>
                </a:cubicBezTo>
                <a:cubicBezTo>
                  <a:pt x="9735" y="637"/>
                  <a:pt x="11730" y="5128"/>
                  <a:pt x="14069" y="5300"/>
                </a:cubicBezTo>
                <a:cubicBezTo>
                  <a:pt x="16408" y="5472"/>
                  <a:pt x="18305" y="3601"/>
                  <a:pt x="19198" y="3046"/>
                </a:cubicBezTo>
              </a:path>
            </a:pathLst>
          </a:custGeom>
          <a:noFill/>
          <a:ln w="19050"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任意多边形 52"/>
          <p:cNvSpPr/>
          <p:nvPr userDrawn="1">
            <p:custDataLst>
              <p:tags r:id="rId9"/>
            </p:custDataLst>
          </p:nvPr>
        </p:nvSpPr>
        <p:spPr>
          <a:xfrm>
            <a:off x="2540" y="4643120"/>
            <a:ext cx="12190730" cy="1539240"/>
          </a:xfrm>
          <a:custGeom>
            <a:avLst/>
            <a:gdLst>
              <a:gd name="connsiteX0" fmla="*/ 0 w 19198"/>
              <a:gd name="connsiteY0" fmla="*/ 1171 h 2424"/>
              <a:gd name="connsiteX1" fmla="*/ 2640 w 19198"/>
              <a:gd name="connsiteY1" fmla="*/ 1211 h 2424"/>
              <a:gd name="connsiteX2" fmla="*/ 7538 w 19198"/>
              <a:gd name="connsiteY2" fmla="*/ 57 h 2424"/>
              <a:gd name="connsiteX3" fmla="*/ 14121 w 19198"/>
              <a:gd name="connsiteY3" fmla="*/ 2416 h 2424"/>
              <a:gd name="connsiteX4" fmla="*/ 19198 w 19198"/>
              <a:gd name="connsiteY4" fmla="*/ 1401 h 2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2424">
                <a:moveTo>
                  <a:pt x="0" y="1171"/>
                </a:moveTo>
                <a:cubicBezTo>
                  <a:pt x="432" y="1185"/>
                  <a:pt x="1150" y="1514"/>
                  <a:pt x="2640" y="1211"/>
                </a:cubicBezTo>
                <a:cubicBezTo>
                  <a:pt x="4130" y="908"/>
                  <a:pt x="5253" y="-269"/>
                  <a:pt x="7538" y="57"/>
                </a:cubicBezTo>
                <a:cubicBezTo>
                  <a:pt x="9823" y="383"/>
                  <a:pt x="11782" y="2314"/>
                  <a:pt x="14121" y="2416"/>
                </a:cubicBezTo>
                <a:cubicBezTo>
                  <a:pt x="16460" y="2517"/>
                  <a:pt x="18305" y="1728"/>
                  <a:pt x="19198" y="1401"/>
                </a:cubicBezTo>
              </a:path>
            </a:pathLst>
          </a:custGeom>
          <a:noFill/>
          <a:ln w="19050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任意多边形 53"/>
          <p:cNvSpPr/>
          <p:nvPr userDrawn="1">
            <p:custDataLst>
              <p:tags r:id="rId10"/>
            </p:custDataLst>
          </p:nvPr>
        </p:nvSpPr>
        <p:spPr>
          <a:xfrm>
            <a:off x="2540" y="4864735"/>
            <a:ext cx="12190730" cy="1163955"/>
          </a:xfrm>
          <a:custGeom>
            <a:avLst/>
            <a:gdLst>
              <a:gd name="connsiteX0" fmla="*/ 0 w 19198"/>
              <a:gd name="connsiteY0" fmla="*/ 906 h 1833"/>
              <a:gd name="connsiteX1" fmla="*/ 2658 w 19198"/>
              <a:gd name="connsiteY1" fmla="*/ 1074 h 1833"/>
              <a:gd name="connsiteX2" fmla="*/ 7591 w 19198"/>
              <a:gd name="connsiteY2" fmla="*/ 63 h 1833"/>
              <a:gd name="connsiteX3" fmla="*/ 14175 w 19198"/>
              <a:gd name="connsiteY3" fmla="*/ 1819 h 1833"/>
              <a:gd name="connsiteX4" fmla="*/ 19198 w 19198"/>
              <a:gd name="connsiteY4" fmla="*/ 1136 h 18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1833">
                <a:moveTo>
                  <a:pt x="0" y="906"/>
                </a:moveTo>
                <a:cubicBezTo>
                  <a:pt x="432" y="920"/>
                  <a:pt x="1168" y="1377"/>
                  <a:pt x="2658" y="1074"/>
                </a:cubicBezTo>
                <a:cubicBezTo>
                  <a:pt x="4148" y="771"/>
                  <a:pt x="5306" y="-263"/>
                  <a:pt x="7591" y="63"/>
                </a:cubicBezTo>
                <a:cubicBezTo>
                  <a:pt x="9876" y="389"/>
                  <a:pt x="11836" y="1717"/>
                  <a:pt x="14175" y="1819"/>
                </a:cubicBezTo>
                <a:cubicBezTo>
                  <a:pt x="16514" y="1920"/>
                  <a:pt x="18305" y="1463"/>
                  <a:pt x="19198" y="1136"/>
                </a:cubicBezTo>
              </a:path>
            </a:pathLst>
          </a:custGeom>
          <a:noFill/>
          <a:ln w="19050">
            <a:solidFill>
              <a:schemeClr val="accent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任意多边形 54"/>
          <p:cNvSpPr/>
          <p:nvPr userDrawn="1">
            <p:custDataLst>
              <p:tags r:id="rId11"/>
            </p:custDataLst>
          </p:nvPr>
        </p:nvSpPr>
        <p:spPr>
          <a:xfrm>
            <a:off x="1270" y="5117465"/>
            <a:ext cx="12190730" cy="730250"/>
          </a:xfrm>
          <a:custGeom>
            <a:avLst/>
            <a:gdLst>
              <a:gd name="connsiteX0" fmla="*/ 0 w 19198"/>
              <a:gd name="connsiteY0" fmla="*/ 606 h 1149"/>
              <a:gd name="connsiteX1" fmla="*/ 2696 w 19198"/>
              <a:gd name="connsiteY1" fmla="*/ 925 h 1149"/>
              <a:gd name="connsiteX2" fmla="*/ 7646 w 19198"/>
              <a:gd name="connsiteY2" fmla="*/ 72 h 1149"/>
              <a:gd name="connsiteX3" fmla="*/ 14265 w 19198"/>
              <a:gd name="connsiteY3" fmla="*/ 1101 h 1149"/>
              <a:gd name="connsiteX4" fmla="*/ 19198 w 19198"/>
              <a:gd name="connsiteY4" fmla="*/ 836 h 1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1150">
                <a:moveTo>
                  <a:pt x="0" y="606"/>
                </a:moveTo>
                <a:cubicBezTo>
                  <a:pt x="432" y="620"/>
                  <a:pt x="1206" y="1228"/>
                  <a:pt x="2696" y="925"/>
                </a:cubicBezTo>
                <a:cubicBezTo>
                  <a:pt x="4186" y="622"/>
                  <a:pt x="5361" y="-254"/>
                  <a:pt x="7646" y="72"/>
                </a:cubicBezTo>
                <a:cubicBezTo>
                  <a:pt x="9931" y="398"/>
                  <a:pt x="11926" y="999"/>
                  <a:pt x="14265" y="1101"/>
                </a:cubicBezTo>
                <a:cubicBezTo>
                  <a:pt x="16604" y="1202"/>
                  <a:pt x="18305" y="1163"/>
                  <a:pt x="19198" y="836"/>
                </a:cubicBezTo>
              </a:path>
            </a:pathLst>
          </a:custGeom>
          <a:noFill/>
          <a:ln w="19050">
            <a:solidFill>
              <a:schemeClr val="accent1">
                <a:alpha val="4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椭圆 55"/>
          <p:cNvSpPr/>
          <p:nvPr userDrawn="1">
            <p:custDataLst>
              <p:tags r:id="rId12"/>
            </p:custDataLst>
          </p:nvPr>
        </p:nvSpPr>
        <p:spPr>
          <a:xfrm>
            <a:off x="7679690" y="5943600"/>
            <a:ext cx="239395" cy="23939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椭圆 56"/>
          <p:cNvSpPr/>
          <p:nvPr userDrawn="1">
            <p:custDataLst>
              <p:tags r:id="rId13"/>
            </p:custDataLst>
          </p:nvPr>
        </p:nvSpPr>
        <p:spPr>
          <a:xfrm>
            <a:off x="1955165" y="5185410"/>
            <a:ext cx="172085" cy="17208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椭圆 57"/>
          <p:cNvSpPr/>
          <p:nvPr userDrawn="1">
            <p:custDataLst>
              <p:tags r:id="rId14"/>
            </p:custDataLst>
          </p:nvPr>
        </p:nvSpPr>
        <p:spPr>
          <a:xfrm>
            <a:off x="10687685" y="5771515"/>
            <a:ext cx="172085" cy="17208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showMasterSp="0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文"/>
          <p:cNvSpPr txBox="1">
            <a:spLocks noGrp="1"/>
          </p:cNvSpPr>
          <p:nvPr>
            <p:ph idx="3" hasCustomPrompt="1"/>
            <p:custDataLst>
              <p:tags r:id="rId2"/>
            </p:custDataLst>
          </p:nvPr>
        </p:nvSpPr>
        <p:spPr>
          <a:xfrm>
            <a:off x="6400805" y="1490357"/>
            <a:ext cx="5176800" cy="4759236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80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9" name="正文"/>
          <p:cNvSpPr txBox="1">
            <a:spLocks noGrp="1"/>
          </p:cNvSpPr>
          <p:nvPr>
            <p:ph idx="2" hasCustomPrompt="1"/>
            <p:custDataLst>
              <p:tags r:id="rId3"/>
            </p:custDataLst>
          </p:nvPr>
        </p:nvSpPr>
        <p:spPr>
          <a:xfrm>
            <a:off x="608400" y="1490357"/>
            <a:ext cx="5176800" cy="4759236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80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8" name="标题"/>
          <p:cNvSpPr txBox="1">
            <a:spLocks noGrp="1"/>
          </p:cNvSpPr>
          <p:nvPr>
            <p:ph type="title" idx="1" hasCustomPrompt="1"/>
            <p:custDataLst>
              <p:tags r:id="rId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36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1"/>
                </a:solidFill>
                <a:uFillTx/>
                <a:latin typeface="+mj-lt"/>
              </a:defRPr>
            </a:lvl1pPr>
          </a:lstStyle>
          <a:p>
            <a:pPr lvl="0" algn="ctr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 showMasterSp="0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正文"/>
          <p:cNvSpPr txBox="1">
            <a:spLocks noGrp="1"/>
          </p:cNvSpPr>
          <p:nvPr>
            <p:ph idx="5" hasCustomPrompt="1"/>
            <p:custDataLst>
              <p:tags r:id="rId2"/>
            </p:custDataLst>
          </p:nvPr>
        </p:nvSpPr>
        <p:spPr>
          <a:xfrm>
            <a:off x="6235200" y="1854000"/>
            <a:ext cx="5342400" cy="439560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80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13" name="标题"/>
          <p:cNvSpPr txBox="1">
            <a:spLocks noGrp="1"/>
          </p:cNvSpPr>
          <p:nvPr>
            <p:ph type="title" idx="4" hasCustomPrompt="1"/>
            <p:custDataLst>
              <p:tags r:id="rId3"/>
            </p:custDataLst>
          </p:nvPr>
        </p:nvSpPr>
        <p:spPr>
          <a:xfrm>
            <a:off x="6235200" y="1429200"/>
            <a:ext cx="5342400" cy="39878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000" b="1" i="0" u="none" strike="noStrike" kern="1200" cap="none" spc="0" normalizeH="0" baseline="0" noProof="1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12" name="正文"/>
          <p:cNvSpPr txBox="1">
            <a:spLocks noGrp="1"/>
          </p:cNvSpPr>
          <p:nvPr>
            <p:ph idx="3" hasCustomPrompt="1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80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11" name="标题"/>
          <p:cNvSpPr txBox="1">
            <a:spLocks noGrp="1"/>
          </p:cNvSpPr>
          <p:nvPr>
            <p:ph type="title" idx="2" hasCustomPrompt="1"/>
            <p:custDataLst>
              <p:tags r:id="rId5"/>
            </p:custDataLst>
          </p:nvPr>
        </p:nvSpPr>
        <p:spPr>
          <a:xfrm>
            <a:off x="608400" y="1429200"/>
            <a:ext cx="5342400" cy="39878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000" b="1" i="0" u="none" strike="noStrike" kern="1200" cap="none" spc="0" normalizeH="0" baseline="0" noProof="1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10" name="标题"/>
          <p:cNvSpPr txBox="1">
            <a:spLocks noGrp="1"/>
          </p:cNvSpPr>
          <p:nvPr>
            <p:ph type="title" idx="1" hasCustomPrompt="1"/>
            <p:custDataLst>
              <p:tags r:id="rId6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36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1"/>
                </a:solidFill>
                <a:uFillTx/>
                <a:latin typeface="+mj-lt"/>
              </a:defRPr>
            </a:lvl1pPr>
          </a:lstStyle>
          <a:p>
            <a:pPr lvl="0" algn="ctr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showMasterSp="0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"/>
          <p:cNvSpPr txBox="1">
            <a:spLocks noGrp="1"/>
          </p:cNvSpPr>
          <p:nvPr>
            <p:ph type="title" idx="1" hasCustomPrompt="1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36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1"/>
                </a:solidFill>
                <a:uFillTx/>
                <a:latin typeface="+mj-lt"/>
              </a:defRPr>
            </a:lvl1pPr>
          </a:lstStyle>
          <a:p>
            <a:pPr lvl="0" algn="ctr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文"/>
          <p:cNvSpPr txBox="1">
            <a:spLocks noGrp="1"/>
          </p:cNvSpPr>
          <p:nvPr>
            <p:ph idx="1" hasCustomPrompt="1"/>
            <p:custDataLst>
              <p:tags r:id="rId2"/>
            </p:custDataLst>
          </p:nvPr>
        </p:nvSpPr>
        <p:spPr>
          <a:xfrm>
            <a:off x="695960" y="360045"/>
            <a:ext cx="10801985" cy="581787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80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showMasterSp="0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副标题"/>
          <p:cNvSpPr txBox="1">
            <a:spLocks noGrp="1"/>
          </p:cNvSpPr>
          <p:nvPr>
            <p:ph type="body" idx="2" hasCustomPrompt="1"/>
            <p:custDataLst>
              <p:tags r:id="rId2"/>
            </p:custDataLst>
          </p:nvPr>
        </p:nvSpPr>
        <p:spPr>
          <a:xfrm>
            <a:off x="695960" y="1301750"/>
            <a:ext cx="10799088" cy="405553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000" b="1" i="0" u="none" strike="noStrike" kern="1200" cap="none" spc="0" normalizeH="0" baseline="0" noProof="1" dirty="0">
                <a:solidFill>
                  <a:schemeClr val="tx1"/>
                </a:solidFill>
                <a:uFillTx/>
                <a:latin typeface="+mj-lt"/>
              </a:defRPr>
            </a:lvl1pPr>
          </a:lstStyle>
          <a:p>
            <a:pPr lvl="0" algn="ctr"/>
            <a:r>
              <a:rPr dirty="0">
                <a:latin typeface="+mj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6" name="标题"/>
          <p:cNvSpPr txBox="1">
            <a:spLocks noGrp="1"/>
          </p:cNvSpPr>
          <p:nvPr>
            <p:ph type="title" idx="1" hasCustomPrompt="1"/>
            <p:custDataLst>
              <p:tags r:id="rId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36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1"/>
                </a:solidFill>
                <a:uFillTx/>
                <a:latin typeface="+mj-lt"/>
              </a:defRPr>
            </a:lvl1pPr>
          </a:lstStyle>
          <a:p>
            <a:pPr lvl="0" algn="ctr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标题"/>
          <p:cNvSpPr txBox="1">
            <a:spLocks noGrp="1"/>
          </p:cNvSpPr>
          <p:nvPr>
            <p:ph type="title" idx="32" hasCustomPrompt="1"/>
            <p:custDataLst>
              <p:tags r:id="rId2"/>
            </p:custDataLst>
          </p:nvPr>
        </p:nvSpPr>
        <p:spPr>
          <a:xfrm>
            <a:off x="977900" y="1165225"/>
            <a:ext cx="6128385" cy="181356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normAutofit/>
          </a:bodyPr>
          <a:lstStyle>
            <a:defPPr>
              <a:defRPr lang="en-US">
                <a:latin typeface="+mj-lt"/>
              </a:defRPr>
            </a:defPPr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6000" b="1" i="0" u="none" strike="noStrike" kern="1200" cap="none" spc="0" normalizeH="0" baseline="0" noProof="1" dirty="0">
                <a:solidFill>
                  <a:schemeClr val="accent1"/>
                </a:solidFill>
                <a:latin typeface="+mj-lt"/>
                <a:sym typeface="+mn-ea"/>
              </a:defRPr>
            </a:lvl1pPr>
          </a:lstStyle>
          <a:p>
            <a:pPr lvl="0" algn="l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cxnSp>
        <p:nvCxnSpPr>
          <p:cNvPr id="24" name="直接连接符 23"/>
          <p:cNvCxnSpPr/>
          <p:nvPr userDrawn="1">
            <p:custDataLst>
              <p:tags r:id="rId3"/>
            </p:custDataLst>
          </p:nvPr>
        </p:nvCxnSpPr>
        <p:spPr>
          <a:xfrm>
            <a:off x="11137265" y="590550"/>
            <a:ext cx="13398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 userDrawn="1">
            <p:custDataLst>
              <p:tags r:id="rId4"/>
            </p:custDataLst>
          </p:nvPr>
        </p:nvCxnSpPr>
        <p:spPr>
          <a:xfrm>
            <a:off x="11137265" y="648970"/>
            <a:ext cx="13398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 userDrawn="1">
            <p:custDataLst>
              <p:tags r:id="rId5"/>
            </p:custDataLst>
          </p:nvPr>
        </p:nvCxnSpPr>
        <p:spPr>
          <a:xfrm>
            <a:off x="11137265" y="707390"/>
            <a:ext cx="13398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椭圆 14"/>
          <p:cNvSpPr/>
          <p:nvPr userDrawn="1">
            <p:custDataLst>
              <p:tags r:id="rId6"/>
            </p:custDataLst>
          </p:nvPr>
        </p:nvSpPr>
        <p:spPr>
          <a:xfrm flipH="1">
            <a:off x="7891780" y="3303270"/>
            <a:ext cx="71755" cy="71755"/>
          </a:xfrm>
          <a:prstGeom prst="ellipse">
            <a:avLst/>
          </a:prstGeom>
          <a:solidFill>
            <a:schemeClr val="bg1"/>
          </a:soli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51" name="椭圆 50"/>
          <p:cNvSpPr/>
          <p:nvPr userDrawn="1">
            <p:custDataLst>
              <p:tags r:id="rId10"/>
            </p:custDataLst>
          </p:nvPr>
        </p:nvSpPr>
        <p:spPr>
          <a:xfrm>
            <a:off x="5124450" y="4385310"/>
            <a:ext cx="295275" cy="29527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任意多边形 51"/>
          <p:cNvSpPr/>
          <p:nvPr userDrawn="1">
            <p:custDataLst>
              <p:tags r:id="rId11"/>
            </p:custDataLst>
          </p:nvPr>
        </p:nvSpPr>
        <p:spPr>
          <a:xfrm>
            <a:off x="1270" y="4357370"/>
            <a:ext cx="12190730" cy="1986280"/>
          </a:xfrm>
          <a:custGeom>
            <a:avLst/>
            <a:gdLst>
              <a:gd name="connsiteX0" fmla="*/ 0 w 19198"/>
              <a:gd name="connsiteY0" fmla="*/ 2656 h 5310"/>
              <a:gd name="connsiteX1" fmla="*/ 2567 w 19198"/>
              <a:gd name="connsiteY1" fmla="*/ 2438 h 5310"/>
              <a:gd name="connsiteX2" fmla="*/ 7450 w 19198"/>
              <a:gd name="connsiteY2" fmla="*/ 83 h 5310"/>
              <a:gd name="connsiteX3" fmla="*/ 14069 w 19198"/>
              <a:gd name="connsiteY3" fmla="*/ 5300 h 5310"/>
              <a:gd name="connsiteX4" fmla="*/ 19198 w 19198"/>
              <a:gd name="connsiteY4" fmla="*/ 3046 h 5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5311">
                <a:moveTo>
                  <a:pt x="0" y="2656"/>
                </a:moveTo>
                <a:cubicBezTo>
                  <a:pt x="432" y="2680"/>
                  <a:pt x="1077" y="2953"/>
                  <a:pt x="2567" y="2438"/>
                </a:cubicBezTo>
                <a:cubicBezTo>
                  <a:pt x="4057" y="1923"/>
                  <a:pt x="5165" y="-471"/>
                  <a:pt x="7450" y="83"/>
                </a:cubicBezTo>
                <a:cubicBezTo>
                  <a:pt x="9735" y="637"/>
                  <a:pt x="11730" y="5128"/>
                  <a:pt x="14069" y="5300"/>
                </a:cubicBezTo>
                <a:cubicBezTo>
                  <a:pt x="16408" y="5472"/>
                  <a:pt x="18305" y="3601"/>
                  <a:pt x="19198" y="3046"/>
                </a:cubicBezTo>
              </a:path>
            </a:pathLst>
          </a:custGeom>
          <a:noFill/>
          <a:ln w="19050"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任意多边形 52"/>
          <p:cNvSpPr/>
          <p:nvPr userDrawn="1">
            <p:custDataLst>
              <p:tags r:id="rId12"/>
            </p:custDataLst>
          </p:nvPr>
        </p:nvSpPr>
        <p:spPr>
          <a:xfrm>
            <a:off x="2540" y="4643120"/>
            <a:ext cx="12190730" cy="1539240"/>
          </a:xfrm>
          <a:custGeom>
            <a:avLst/>
            <a:gdLst>
              <a:gd name="connsiteX0" fmla="*/ 0 w 19198"/>
              <a:gd name="connsiteY0" fmla="*/ 1171 h 2424"/>
              <a:gd name="connsiteX1" fmla="*/ 2640 w 19198"/>
              <a:gd name="connsiteY1" fmla="*/ 1211 h 2424"/>
              <a:gd name="connsiteX2" fmla="*/ 7538 w 19198"/>
              <a:gd name="connsiteY2" fmla="*/ 57 h 2424"/>
              <a:gd name="connsiteX3" fmla="*/ 14121 w 19198"/>
              <a:gd name="connsiteY3" fmla="*/ 2416 h 2424"/>
              <a:gd name="connsiteX4" fmla="*/ 19198 w 19198"/>
              <a:gd name="connsiteY4" fmla="*/ 1401 h 2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2424">
                <a:moveTo>
                  <a:pt x="0" y="1171"/>
                </a:moveTo>
                <a:cubicBezTo>
                  <a:pt x="432" y="1185"/>
                  <a:pt x="1150" y="1514"/>
                  <a:pt x="2640" y="1211"/>
                </a:cubicBezTo>
                <a:cubicBezTo>
                  <a:pt x="4130" y="908"/>
                  <a:pt x="5253" y="-269"/>
                  <a:pt x="7538" y="57"/>
                </a:cubicBezTo>
                <a:cubicBezTo>
                  <a:pt x="9823" y="383"/>
                  <a:pt x="11782" y="2314"/>
                  <a:pt x="14121" y="2416"/>
                </a:cubicBezTo>
                <a:cubicBezTo>
                  <a:pt x="16460" y="2517"/>
                  <a:pt x="18305" y="1728"/>
                  <a:pt x="19198" y="1401"/>
                </a:cubicBezTo>
              </a:path>
            </a:pathLst>
          </a:custGeom>
          <a:noFill/>
          <a:ln w="19050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任意多边形 53"/>
          <p:cNvSpPr/>
          <p:nvPr userDrawn="1">
            <p:custDataLst>
              <p:tags r:id="rId13"/>
            </p:custDataLst>
          </p:nvPr>
        </p:nvSpPr>
        <p:spPr>
          <a:xfrm>
            <a:off x="2540" y="4864735"/>
            <a:ext cx="12190730" cy="1163955"/>
          </a:xfrm>
          <a:custGeom>
            <a:avLst/>
            <a:gdLst>
              <a:gd name="connsiteX0" fmla="*/ 0 w 19198"/>
              <a:gd name="connsiteY0" fmla="*/ 906 h 1833"/>
              <a:gd name="connsiteX1" fmla="*/ 2658 w 19198"/>
              <a:gd name="connsiteY1" fmla="*/ 1074 h 1833"/>
              <a:gd name="connsiteX2" fmla="*/ 7591 w 19198"/>
              <a:gd name="connsiteY2" fmla="*/ 63 h 1833"/>
              <a:gd name="connsiteX3" fmla="*/ 14175 w 19198"/>
              <a:gd name="connsiteY3" fmla="*/ 1819 h 1833"/>
              <a:gd name="connsiteX4" fmla="*/ 19198 w 19198"/>
              <a:gd name="connsiteY4" fmla="*/ 1136 h 18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1833">
                <a:moveTo>
                  <a:pt x="0" y="906"/>
                </a:moveTo>
                <a:cubicBezTo>
                  <a:pt x="432" y="920"/>
                  <a:pt x="1168" y="1377"/>
                  <a:pt x="2658" y="1074"/>
                </a:cubicBezTo>
                <a:cubicBezTo>
                  <a:pt x="4148" y="771"/>
                  <a:pt x="5306" y="-263"/>
                  <a:pt x="7591" y="63"/>
                </a:cubicBezTo>
                <a:cubicBezTo>
                  <a:pt x="9876" y="389"/>
                  <a:pt x="11836" y="1717"/>
                  <a:pt x="14175" y="1819"/>
                </a:cubicBezTo>
                <a:cubicBezTo>
                  <a:pt x="16514" y="1920"/>
                  <a:pt x="18305" y="1463"/>
                  <a:pt x="19198" y="1136"/>
                </a:cubicBezTo>
              </a:path>
            </a:pathLst>
          </a:custGeom>
          <a:noFill/>
          <a:ln w="19050">
            <a:solidFill>
              <a:schemeClr val="accent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任意多边形 54"/>
          <p:cNvSpPr/>
          <p:nvPr userDrawn="1">
            <p:custDataLst>
              <p:tags r:id="rId14"/>
            </p:custDataLst>
          </p:nvPr>
        </p:nvSpPr>
        <p:spPr>
          <a:xfrm>
            <a:off x="1270" y="5117465"/>
            <a:ext cx="12190730" cy="730250"/>
          </a:xfrm>
          <a:custGeom>
            <a:avLst/>
            <a:gdLst>
              <a:gd name="connsiteX0" fmla="*/ 0 w 19198"/>
              <a:gd name="connsiteY0" fmla="*/ 606 h 1149"/>
              <a:gd name="connsiteX1" fmla="*/ 2696 w 19198"/>
              <a:gd name="connsiteY1" fmla="*/ 925 h 1149"/>
              <a:gd name="connsiteX2" fmla="*/ 7646 w 19198"/>
              <a:gd name="connsiteY2" fmla="*/ 72 h 1149"/>
              <a:gd name="connsiteX3" fmla="*/ 14265 w 19198"/>
              <a:gd name="connsiteY3" fmla="*/ 1101 h 1149"/>
              <a:gd name="connsiteX4" fmla="*/ 19198 w 19198"/>
              <a:gd name="connsiteY4" fmla="*/ 836 h 1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1150">
                <a:moveTo>
                  <a:pt x="0" y="606"/>
                </a:moveTo>
                <a:cubicBezTo>
                  <a:pt x="432" y="620"/>
                  <a:pt x="1206" y="1228"/>
                  <a:pt x="2696" y="925"/>
                </a:cubicBezTo>
                <a:cubicBezTo>
                  <a:pt x="4186" y="622"/>
                  <a:pt x="5361" y="-254"/>
                  <a:pt x="7646" y="72"/>
                </a:cubicBezTo>
                <a:cubicBezTo>
                  <a:pt x="9931" y="398"/>
                  <a:pt x="11926" y="999"/>
                  <a:pt x="14265" y="1101"/>
                </a:cubicBezTo>
                <a:cubicBezTo>
                  <a:pt x="16604" y="1202"/>
                  <a:pt x="18305" y="1163"/>
                  <a:pt x="19198" y="836"/>
                </a:cubicBezTo>
              </a:path>
            </a:pathLst>
          </a:custGeom>
          <a:noFill/>
          <a:ln w="19050">
            <a:solidFill>
              <a:schemeClr val="accent1">
                <a:alpha val="4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椭圆 55"/>
          <p:cNvSpPr/>
          <p:nvPr userDrawn="1">
            <p:custDataLst>
              <p:tags r:id="rId15"/>
            </p:custDataLst>
          </p:nvPr>
        </p:nvSpPr>
        <p:spPr>
          <a:xfrm>
            <a:off x="7679690" y="5943600"/>
            <a:ext cx="239395" cy="23939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椭圆 56"/>
          <p:cNvSpPr/>
          <p:nvPr userDrawn="1">
            <p:custDataLst>
              <p:tags r:id="rId16"/>
            </p:custDataLst>
          </p:nvPr>
        </p:nvSpPr>
        <p:spPr>
          <a:xfrm>
            <a:off x="1955165" y="5185410"/>
            <a:ext cx="172085" cy="17208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椭圆 57"/>
          <p:cNvSpPr/>
          <p:nvPr userDrawn="1">
            <p:custDataLst>
              <p:tags r:id="rId17"/>
            </p:custDataLst>
          </p:nvPr>
        </p:nvSpPr>
        <p:spPr>
          <a:xfrm>
            <a:off x="10687685" y="5771515"/>
            <a:ext cx="172085" cy="17208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署名占位符 10"/>
          <p:cNvSpPr>
            <a:spLocks noGrp="1"/>
          </p:cNvSpPr>
          <p:nvPr>
            <p:ph type="body" sz="quarter" idx="17" hasCustomPrompt="1"/>
            <p:custDataLst>
              <p:tags r:id="rId18"/>
            </p:custDataLst>
          </p:nvPr>
        </p:nvSpPr>
        <p:spPr>
          <a:xfrm>
            <a:off x="977900" y="2978785"/>
            <a:ext cx="1569085" cy="396240"/>
          </a:xfrm>
          <a:noFill/>
          <a:ln>
            <a:noFill/>
            <a:prstDash val="sysDash"/>
          </a:ln>
        </p:spPr>
        <p:txBody>
          <a:bodyPr vert="horz" wrap="square" lIns="91440" tIns="45720" rIns="91440" bIns="45720" rtlCol="0" anchor="ctr" anchorCtr="0">
            <a:normAutofit/>
          </a:bodyPr>
          <a:lstStyle>
            <a:lvl1pPr marL="0" marR="0" indent="-22860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buClrTx/>
              <a:buSzTx/>
              <a:buFontTx/>
              <a:buNone/>
              <a:defRPr kumimoji="0" lang="en-US" sz="1400" b="0" i="0" u="none" strike="noStrike" kern="1200" cap="none" spc="0" normalizeH="0" baseline="0" noProof="1">
                <a:ln>
                  <a:noFill/>
                  <a:prstDash val="sysDot"/>
                </a:ln>
                <a:solidFill>
                  <a:schemeClr val="accent1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 userDrawn="1">
            <p:custDataLst>
              <p:tags r:id="rId2"/>
            </p:custDataLst>
          </p:nvPr>
        </p:nvSpPr>
        <p:spPr>
          <a:xfrm>
            <a:off x="635" y="-55245"/>
            <a:ext cx="12191365" cy="6912610"/>
          </a:xfrm>
          <a:prstGeom prst="rect">
            <a:avLst/>
          </a:prstGeom>
          <a:solidFill>
            <a:srgbClr val="000000"/>
          </a:solidFill>
          <a:ln>
            <a:solidFill>
              <a:srgbClr val="DCD6CA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图片 2" descr="背景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  <a:lum bright="18000" contrast="24000"/>
          </a:blip>
          <a:stretch>
            <a:fillRect/>
          </a:stretch>
        </p:blipFill>
        <p:spPr>
          <a:xfrm>
            <a:off x="0" y="-56069"/>
            <a:ext cx="12192000" cy="6913434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>
            <a:duotone>
              <a:prstClr val="black"/>
              <a:schemeClr val="accent1">
                <a:tint val="45000"/>
                <a:satMod val="400000"/>
              </a:schemeClr>
            </a:duotone>
            <a:lum bright="18000" contrast="2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6069"/>
            <a:ext cx="12192000" cy="6913434"/>
          </a:xfrm>
          <a:prstGeom prst="rect">
            <a:avLst/>
          </a:prstGeom>
        </p:spPr>
      </p:pic>
      <p:cxnSp>
        <p:nvCxnSpPr>
          <p:cNvPr id="32" name="直接连接符 31"/>
          <p:cNvCxnSpPr/>
          <p:nvPr userDrawn="1">
            <p:custDataLst>
              <p:tags r:id="rId7"/>
            </p:custDataLst>
          </p:nvPr>
        </p:nvCxnSpPr>
        <p:spPr>
          <a:xfrm>
            <a:off x="721895" y="5955632"/>
            <a:ext cx="4559968" cy="0"/>
          </a:xfrm>
          <a:prstGeom prst="line">
            <a:avLst/>
          </a:prstGeom>
          <a:noFill/>
          <a:ln w="22225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10800000" scaled="1"/>
              <a:tileRect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" name="直接连接符 33"/>
          <p:cNvCxnSpPr/>
          <p:nvPr userDrawn="1">
            <p:custDataLst>
              <p:tags r:id="rId8"/>
            </p:custDataLst>
          </p:nvPr>
        </p:nvCxnSpPr>
        <p:spPr>
          <a:xfrm flipH="1">
            <a:off x="6902116" y="5987716"/>
            <a:ext cx="4559968" cy="0"/>
          </a:xfrm>
          <a:prstGeom prst="line">
            <a:avLst/>
          </a:prstGeom>
          <a:noFill/>
          <a:ln w="22225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10800000" scaled="1"/>
              <a:tileRect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燕尾形 56"/>
          <p:cNvSpPr/>
          <p:nvPr userDrawn="1">
            <p:custDataLst>
              <p:tags r:id="rId9"/>
            </p:custDataLst>
          </p:nvPr>
        </p:nvSpPr>
        <p:spPr>
          <a:xfrm>
            <a:off x="11238230" y="505460"/>
            <a:ext cx="185420" cy="184785"/>
          </a:xfrm>
          <a:prstGeom prst="chevron">
            <a:avLst/>
          </a:prstGeom>
          <a:gradFill>
            <a:gsLst>
              <a:gs pos="0">
                <a:schemeClr val="accent1">
                  <a:alpha val="80000"/>
                </a:schemeClr>
              </a:gs>
              <a:gs pos="100000">
                <a:schemeClr val="accent2">
                  <a:alpha val="5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8" name="燕尾形 57"/>
          <p:cNvSpPr/>
          <p:nvPr userDrawn="1">
            <p:custDataLst>
              <p:tags r:id="rId10"/>
            </p:custDataLst>
          </p:nvPr>
        </p:nvSpPr>
        <p:spPr>
          <a:xfrm>
            <a:off x="11391900" y="505460"/>
            <a:ext cx="185420" cy="184785"/>
          </a:xfrm>
          <a:prstGeom prst="chevron">
            <a:avLst/>
          </a:prstGeom>
          <a:gradFill>
            <a:gsLst>
              <a:gs pos="0">
                <a:schemeClr val="accent1">
                  <a:alpha val="80000"/>
                </a:schemeClr>
              </a:gs>
              <a:gs pos="100000">
                <a:schemeClr val="accent2">
                  <a:alpha val="5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9" name="署名"/>
          <p:cNvSpPr txBox="1">
            <a:spLocks noGrp="1"/>
          </p:cNvSpPr>
          <p:nvPr>
            <p:ph type="body" idx="3" hasCustomPrompt="1"/>
            <p:custDataLst>
              <p:tags r:id="rId11"/>
            </p:custDataLst>
          </p:nvPr>
        </p:nvSpPr>
        <p:spPr>
          <a:xfrm>
            <a:off x="5291323" y="5744812"/>
            <a:ext cx="1609354" cy="421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400" b="0" i="0" u="none" strike="noStrike" kern="1200" cap="none" spc="0" normalizeH="0" baseline="0" noProof="1" dirty="0">
                <a:solidFill>
                  <a:srgbClr val="FFFFFF"/>
                </a:solidFill>
                <a:latin typeface="+mn-lt"/>
              </a:defRPr>
            </a:lvl1pPr>
          </a:lstStyle>
          <a:p>
            <a:pPr lvl="0" algn="ctr"/>
            <a:r>
              <a:rPr lang="en-US" dirty="0">
                <a:latin typeface="+mn-lt"/>
                <a:sym typeface="+mn-ea"/>
              </a:rPr>
              <a:t>Click to add text</a:t>
            </a:r>
            <a:endParaRPr lang="en-US" dirty="0">
              <a:sym typeface="+mn-ea"/>
            </a:endParaRPr>
          </a:p>
        </p:txBody>
      </p:sp>
      <p:sp>
        <p:nvSpPr>
          <p:cNvPr id="8" name="正文"/>
          <p:cNvSpPr txBox="1">
            <a:spLocks noGrp="1"/>
          </p:cNvSpPr>
          <p:nvPr>
            <p:ph type="body" idx="2" hasCustomPrompt="1"/>
            <p:custDataLst>
              <p:tags r:id="rId12"/>
            </p:custDataLst>
          </p:nvPr>
        </p:nvSpPr>
        <p:spPr>
          <a:xfrm>
            <a:off x="1929130" y="3429000"/>
            <a:ext cx="8334375" cy="43299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800" b="0" i="0" u="none" strike="noStrike" kern="1200" cap="none" spc="0" normalizeH="0" baseline="0" noProof="1" dirty="0">
                <a:solidFill>
                  <a:srgbClr val="FFFFFF"/>
                </a:solidFill>
                <a:latin typeface="+mj-lt"/>
              </a:defRPr>
            </a:lvl1pPr>
          </a:lstStyle>
          <a:p>
            <a:pPr lvl="0" algn="ctr"/>
            <a:r>
              <a:rPr dirty="0">
                <a:latin typeface="+mj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7" name="标题"/>
          <p:cNvSpPr txBox="1">
            <a:spLocks noGrp="1"/>
          </p:cNvSpPr>
          <p:nvPr>
            <p:ph type="title" idx="1" hasCustomPrompt="1"/>
            <p:custDataLst>
              <p:tags r:id="rId13"/>
            </p:custDataLst>
          </p:nvPr>
        </p:nvSpPr>
        <p:spPr>
          <a:xfrm>
            <a:off x="1266825" y="136525"/>
            <a:ext cx="9679940" cy="312610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5800" b="0" i="1" u="none" strike="noStrike" kern="1200" cap="none" spc="0" normalizeH="0" baseline="0" noProof="1" dirty="0">
                <a:gradFill>
                  <a:gsLst>
                    <a:gs pos="0">
                      <a:schemeClr val="accent1">
                        <a:lumMod val="20000"/>
                        <a:lumOff val="80000"/>
                      </a:schemeClr>
                    </a:gs>
                    <a:gs pos="100000">
                      <a:schemeClr val="accent1"/>
                    </a:gs>
                  </a:gsLst>
                  <a:lin ang="0" scaled="1"/>
                </a:gradFill>
                <a:latin typeface="+mj-lt"/>
              </a:defRPr>
            </a:lvl1pPr>
          </a:lstStyle>
          <a:p>
            <a:pPr lvl="0" algn="ctr">
              <a:lnSpc>
                <a:spcPct val="100000"/>
              </a:lnSpc>
            </a:pPr>
            <a:r>
              <a:rPr>
                <a:sym typeface="+mn-ea"/>
              </a:rPr>
              <a:t>Click to add title</a:t>
            </a:r>
            <a:endParaRPr lang="en-US" dirty="0">
              <a:latin typeface="+mj-lt"/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4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5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6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/>
          <p:nvPr userDrawn="1">
            <p:custDataLst>
              <p:tags r:id="rId2"/>
            </p:custDataLst>
          </p:nvPr>
        </p:nvSpPr>
        <p:spPr>
          <a:xfrm>
            <a:off x="0" y="-55245"/>
            <a:ext cx="12191365" cy="6912610"/>
          </a:xfrm>
          <a:prstGeom prst="rect">
            <a:avLst/>
          </a:prstGeom>
          <a:solidFill>
            <a:srgbClr val="000000"/>
          </a:solidFill>
          <a:ln>
            <a:solidFill>
              <a:srgbClr val="DCD6CA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图片 1" descr="背景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  <a:lum bright="18000" contrast="24000"/>
          </a:blip>
          <a:stretch>
            <a:fillRect/>
          </a:stretch>
        </p:blipFill>
        <p:spPr>
          <a:xfrm>
            <a:off x="0" y="-635"/>
            <a:ext cx="12192000" cy="68580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>
            <a:duotone>
              <a:prstClr val="black"/>
              <a:schemeClr val="accent1">
                <a:tint val="45000"/>
                <a:satMod val="400000"/>
              </a:schemeClr>
            </a:duotone>
            <a:lum bright="18000" contrast="2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5"/>
            <a:ext cx="12192000" cy="6858000"/>
          </a:xfrm>
          <a:prstGeom prst="rect">
            <a:avLst/>
          </a:prstGeom>
        </p:spPr>
      </p:pic>
      <p:cxnSp>
        <p:nvCxnSpPr>
          <p:cNvPr id="47" name="直接连接符 46"/>
          <p:cNvCxnSpPr/>
          <p:nvPr userDrawn="1">
            <p:custDataLst>
              <p:tags r:id="rId7"/>
            </p:custDataLst>
          </p:nvPr>
        </p:nvCxnSpPr>
        <p:spPr>
          <a:xfrm>
            <a:off x="2482182" y="1122981"/>
            <a:ext cx="9613231" cy="0"/>
          </a:xfrm>
          <a:prstGeom prst="line">
            <a:avLst/>
          </a:prstGeom>
          <a:noFill/>
          <a:ln w="22225"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0" scaled="1"/>
              <a:tileRect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标题"/>
          <p:cNvSpPr txBox="1">
            <a:spLocks noGrp="1"/>
          </p:cNvSpPr>
          <p:nvPr>
            <p:ph type="title" idx="1" hasCustomPrompt="1"/>
            <p:custDataLst>
              <p:tags r:id="rId8"/>
            </p:custDataLst>
          </p:nvPr>
        </p:nvSpPr>
        <p:spPr>
          <a:xfrm>
            <a:off x="516423" y="291071"/>
            <a:ext cx="7067708" cy="83167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5400" b="0" i="0" u="none" strike="noStrike" kern="1200" cap="none" spc="0" normalizeH="0" baseline="0" noProof="1" dirty="0">
                <a:gradFill>
                  <a:gsLst>
                    <a:gs pos="0">
                      <a:schemeClr val="accent1">
                        <a:lumMod val="20000"/>
                        <a:lumOff val="80000"/>
                      </a:schemeClr>
                    </a:gs>
                    <a:gs pos="100000">
                      <a:schemeClr val="accent1"/>
                    </a:gs>
                  </a:gsLst>
                  <a:lin ang="0" scaled="1"/>
                </a:gradFill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/>
          <p:nvPr userDrawn="1">
            <p:custDataLst>
              <p:tags r:id="rId2"/>
            </p:custDataLst>
          </p:nvPr>
        </p:nvSpPr>
        <p:spPr>
          <a:xfrm>
            <a:off x="0" y="-55245"/>
            <a:ext cx="12191365" cy="6912610"/>
          </a:xfrm>
          <a:prstGeom prst="rect">
            <a:avLst/>
          </a:prstGeom>
          <a:solidFill>
            <a:srgbClr val="000000"/>
          </a:solidFill>
          <a:ln>
            <a:solidFill>
              <a:srgbClr val="DCD6CA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图片 1" descr="背景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  <a:lum bright="18000" contrast="24000"/>
          </a:blip>
          <a:stretch>
            <a:fillRect/>
          </a:stretch>
        </p:blipFill>
        <p:spPr>
          <a:xfrm>
            <a:off x="0" y="-635"/>
            <a:ext cx="12192000" cy="68580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>
            <a:duotone>
              <a:prstClr val="black"/>
              <a:schemeClr val="accent1">
                <a:tint val="45000"/>
                <a:satMod val="400000"/>
              </a:schemeClr>
            </a:duotone>
            <a:lum bright="18000" contrast="2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5"/>
            <a:ext cx="12192000" cy="6858000"/>
          </a:xfrm>
          <a:prstGeom prst="rect">
            <a:avLst/>
          </a:prstGeom>
        </p:spPr>
      </p:pic>
      <p:sp>
        <p:nvSpPr>
          <p:cNvPr id="57" name="燕尾形 56"/>
          <p:cNvSpPr/>
          <p:nvPr userDrawn="1">
            <p:custDataLst>
              <p:tags r:id="rId7"/>
            </p:custDataLst>
          </p:nvPr>
        </p:nvSpPr>
        <p:spPr>
          <a:xfrm>
            <a:off x="11238230" y="505460"/>
            <a:ext cx="185420" cy="184785"/>
          </a:xfrm>
          <a:prstGeom prst="chevron">
            <a:avLst/>
          </a:prstGeom>
          <a:gradFill>
            <a:gsLst>
              <a:gs pos="0">
                <a:schemeClr val="accent1">
                  <a:alpha val="80000"/>
                </a:schemeClr>
              </a:gs>
              <a:gs pos="100000">
                <a:schemeClr val="accent2">
                  <a:alpha val="5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8" name="燕尾形 57"/>
          <p:cNvSpPr/>
          <p:nvPr userDrawn="1">
            <p:custDataLst>
              <p:tags r:id="rId8"/>
            </p:custDataLst>
          </p:nvPr>
        </p:nvSpPr>
        <p:spPr>
          <a:xfrm>
            <a:off x="11391900" y="505460"/>
            <a:ext cx="185420" cy="184785"/>
          </a:xfrm>
          <a:prstGeom prst="chevron">
            <a:avLst/>
          </a:prstGeom>
          <a:gradFill>
            <a:gsLst>
              <a:gs pos="0">
                <a:schemeClr val="accent1">
                  <a:alpha val="80000"/>
                </a:schemeClr>
              </a:gs>
              <a:gs pos="100000">
                <a:schemeClr val="accent2">
                  <a:alpha val="5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节编号"/>
          <p:cNvSpPr txBox="1">
            <a:spLocks noGrp="1"/>
          </p:cNvSpPr>
          <p:nvPr>
            <p:ph type="body" idx="2" hasCustomPrompt="1"/>
            <p:custDataLst>
              <p:tags r:id="rId9"/>
            </p:custDataLst>
          </p:nvPr>
        </p:nvSpPr>
        <p:spPr>
          <a:xfrm>
            <a:off x="2500489" y="2426407"/>
            <a:ext cx="7191021" cy="643045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800" b="1" i="1" u="none" strike="noStrike" kern="1200" cap="none" spc="0" normalizeH="0" baseline="0" noProof="1" dirty="0">
                <a:gradFill>
                  <a:gsLst>
                    <a:gs pos="0">
                      <a:schemeClr val="accent1">
                        <a:lumMod val="20000"/>
                        <a:lumOff val="8000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  <a:latin typeface="+mn-lt"/>
              </a:defRPr>
            </a:lvl1pPr>
          </a:lstStyle>
          <a:p>
            <a:pPr lvl="0" algn="ctr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7" name="标题"/>
          <p:cNvSpPr txBox="1">
            <a:spLocks noGrp="1"/>
          </p:cNvSpPr>
          <p:nvPr>
            <p:ph type="title" idx="1" hasCustomPrompt="1"/>
            <p:custDataLst>
              <p:tags r:id="rId10"/>
            </p:custDataLst>
          </p:nvPr>
        </p:nvSpPr>
        <p:spPr>
          <a:xfrm>
            <a:off x="2500489" y="3180306"/>
            <a:ext cx="7191022" cy="177198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5400" b="0" i="1" u="none" strike="noStrike" kern="1200" cap="none" spc="0" normalizeH="0" baseline="0" noProof="1" dirty="0">
                <a:gradFill>
                  <a:gsLst>
                    <a:gs pos="0">
                      <a:schemeClr val="accent1">
                        <a:lumMod val="20000"/>
                        <a:lumOff val="80000"/>
                      </a:schemeClr>
                    </a:gs>
                    <a:gs pos="100000">
                      <a:schemeClr val="accent1"/>
                    </a:gs>
                  </a:gsLst>
                  <a:lin ang="0" scaled="1"/>
                </a:gradFill>
                <a:latin typeface="+mj-lt"/>
              </a:defRPr>
            </a:lvl1pPr>
          </a:lstStyle>
          <a:p>
            <a:pPr lvl="0" algn="ctr"/>
            <a:r>
              <a:rPr lang="en-US" dirty="0">
                <a:latin typeface="+mj-lt"/>
                <a:sym typeface="+mn-ea"/>
              </a:rPr>
              <a:t>Click to add title</a:t>
            </a:r>
            <a:endParaRPr 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1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2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3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en-US" dirty="0">
                <a:latin typeface="+mj-lt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  <p:custDataLst>
              <p:tags r:id="rId6"/>
            </p:custDataLst>
          </p:nvPr>
        </p:nvSpPr>
        <p:spPr>
          <a:xfrm>
            <a:off x="695960" y="1301750"/>
            <a:ext cx="5323840" cy="4875850"/>
          </a:xfrm>
        </p:spPr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7"/>
            </p:custDataLst>
          </p:nvPr>
        </p:nvSpPr>
        <p:spPr>
          <a:xfrm>
            <a:off x="6172200" y="1301750"/>
            <a:ext cx="5323840" cy="4875850"/>
          </a:xfrm>
        </p:spPr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839788" y="360000"/>
            <a:ext cx="10515600" cy="864000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dirty="0">
                <a:latin typeface="+mj-lt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6"/>
            </p:custDataLst>
          </p:nvPr>
        </p:nvSpPr>
        <p:spPr>
          <a:xfrm>
            <a:off x="69596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7"/>
            </p:custDataLst>
          </p:nvPr>
        </p:nvSpPr>
        <p:spPr>
          <a:xfrm>
            <a:off x="69596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8"/>
            </p:custDataLst>
          </p:nvPr>
        </p:nvSpPr>
        <p:spPr>
          <a:xfrm>
            <a:off x="617220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  <p:custDataLst>
              <p:tags r:id="rId9"/>
            </p:custDataLst>
          </p:nvPr>
        </p:nvSpPr>
        <p:spPr>
          <a:xfrm>
            <a:off x="617220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3" name="内容占位符 1"/>
          <p:cNvSpPr>
            <a:spLocks noGrp="1"/>
          </p:cNvSpPr>
          <p:nvPr>
            <p:ph idx="1" hasCustomPrompt="1"/>
            <p:custDataLst>
              <p:tags r:id="rId5"/>
            </p:custDataLst>
          </p:nvPr>
        </p:nvSpPr>
        <p:spPr>
          <a:xfrm>
            <a:off x="695960" y="360045"/>
            <a:ext cx="10801985" cy="5817870"/>
          </a:xfrm>
        </p:spPr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839788" y="360000"/>
            <a:ext cx="10515600" cy="864000"/>
          </a:xfrm>
        </p:spPr>
        <p:txBody>
          <a:bodyPr wrap="square">
            <a:norm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10" name="文本占位符 9"/>
          <p:cNvSpPr>
            <a:spLocks noGrp="1"/>
          </p:cNvSpPr>
          <p:nvPr>
            <p:ph type="body" idx="1" hasCustomPrompt="1"/>
            <p:custDataLst>
              <p:tags r:id="rId6"/>
            </p:custDataLst>
          </p:nvPr>
        </p:nvSpPr>
        <p:spPr>
          <a:xfrm>
            <a:off x="695960" y="1301750"/>
            <a:ext cx="10799088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00" b="0"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/>
          <p:nvPr userDrawn="1">
            <p:custDataLst>
              <p:tags r:id="rId2"/>
            </p:custDataLst>
          </p:nvPr>
        </p:nvSpPr>
        <p:spPr>
          <a:xfrm>
            <a:off x="0" y="-55245"/>
            <a:ext cx="12191365" cy="6912610"/>
          </a:xfrm>
          <a:prstGeom prst="rect">
            <a:avLst/>
          </a:prstGeom>
          <a:solidFill>
            <a:srgbClr val="000000"/>
          </a:solidFill>
          <a:ln>
            <a:solidFill>
              <a:srgbClr val="DCD6CA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图片 1" descr="背景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  <a:lum bright="18000" contrast="24000"/>
          </a:blip>
          <a:stretch>
            <a:fillRect/>
          </a:stretch>
        </p:blipFill>
        <p:spPr>
          <a:xfrm>
            <a:off x="0" y="-56069"/>
            <a:ext cx="12192000" cy="6913434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>
            <a:duotone>
              <a:prstClr val="black"/>
              <a:schemeClr val="accent1">
                <a:tint val="45000"/>
                <a:satMod val="400000"/>
              </a:schemeClr>
            </a:duotone>
            <a:lum bright="18000" contrast="2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6069"/>
            <a:ext cx="12192000" cy="6913434"/>
          </a:xfrm>
          <a:prstGeom prst="rect">
            <a:avLst/>
          </a:prstGeom>
        </p:spPr>
      </p:pic>
      <p:cxnSp>
        <p:nvCxnSpPr>
          <p:cNvPr id="32" name="直接连接符 31"/>
          <p:cNvCxnSpPr/>
          <p:nvPr userDrawn="1">
            <p:custDataLst>
              <p:tags r:id="rId7"/>
            </p:custDataLst>
          </p:nvPr>
        </p:nvCxnSpPr>
        <p:spPr>
          <a:xfrm>
            <a:off x="721895" y="5955632"/>
            <a:ext cx="4559968" cy="0"/>
          </a:xfrm>
          <a:prstGeom prst="line">
            <a:avLst/>
          </a:prstGeom>
          <a:noFill/>
          <a:ln w="22225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10800000" scaled="1"/>
              <a:tileRect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" name="直接连接符 33"/>
          <p:cNvCxnSpPr/>
          <p:nvPr userDrawn="1">
            <p:custDataLst>
              <p:tags r:id="rId8"/>
            </p:custDataLst>
          </p:nvPr>
        </p:nvCxnSpPr>
        <p:spPr>
          <a:xfrm flipH="1">
            <a:off x="6902116" y="5987716"/>
            <a:ext cx="4559968" cy="0"/>
          </a:xfrm>
          <a:prstGeom prst="line">
            <a:avLst/>
          </a:prstGeom>
          <a:noFill/>
          <a:ln w="22225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10800000" scaled="1"/>
              <a:tileRect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燕尾形 56"/>
          <p:cNvSpPr/>
          <p:nvPr userDrawn="1">
            <p:custDataLst>
              <p:tags r:id="rId9"/>
            </p:custDataLst>
          </p:nvPr>
        </p:nvSpPr>
        <p:spPr>
          <a:xfrm>
            <a:off x="11238230" y="505460"/>
            <a:ext cx="185420" cy="184785"/>
          </a:xfrm>
          <a:prstGeom prst="chevron">
            <a:avLst/>
          </a:prstGeom>
          <a:gradFill>
            <a:gsLst>
              <a:gs pos="0">
                <a:schemeClr val="accent1">
                  <a:alpha val="80000"/>
                </a:schemeClr>
              </a:gs>
              <a:gs pos="100000">
                <a:schemeClr val="accent2">
                  <a:alpha val="5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8" name="燕尾形 57"/>
          <p:cNvSpPr/>
          <p:nvPr userDrawn="1">
            <p:custDataLst>
              <p:tags r:id="rId10"/>
            </p:custDataLst>
          </p:nvPr>
        </p:nvSpPr>
        <p:spPr>
          <a:xfrm>
            <a:off x="11391900" y="505460"/>
            <a:ext cx="185420" cy="184785"/>
          </a:xfrm>
          <a:prstGeom prst="chevron">
            <a:avLst/>
          </a:prstGeom>
          <a:gradFill>
            <a:gsLst>
              <a:gs pos="0">
                <a:schemeClr val="accent1">
                  <a:alpha val="80000"/>
                </a:schemeClr>
              </a:gs>
              <a:gs pos="100000">
                <a:schemeClr val="accent2">
                  <a:alpha val="5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标题"/>
          <p:cNvSpPr txBox="1">
            <a:spLocks noGrp="1"/>
          </p:cNvSpPr>
          <p:nvPr>
            <p:ph type="title" idx="2" hasCustomPrompt="1"/>
            <p:custDataLst>
              <p:tags r:id="rId11"/>
            </p:custDataLst>
          </p:nvPr>
        </p:nvSpPr>
        <p:spPr>
          <a:xfrm>
            <a:off x="2233930" y="1696085"/>
            <a:ext cx="7724140" cy="234315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6600" b="0" i="1" u="none" strike="noStrike" kern="1200" cap="none" spc="0" normalizeH="0" baseline="0" noProof="1" dirty="0">
                <a:gradFill>
                  <a:gsLst>
                    <a:gs pos="0">
                      <a:schemeClr val="accent1">
                        <a:lumMod val="20000"/>
                        <a:lumOff val="80000"/>
                      </a:schemeClr>
                    </a:gs>
                    <a:gs pos="100000">
                      <a:schemeClr val="accent1"/>
                    </a:gs>
                  </a:gsLst>
                  <a:lin ang="0" scaled="1"/>
                </a:gradFill>
                <a:latin typeface="+mj-lt"/>
              </a:defRPr>
            </a:lvl1pPr>
          </a:lstStyle>
          <a:p>
            <a:pPr lvl="0" algn="ctr">
              <a:lnSpc>
                <a:spcPct val="100000"/>
              </a:lnSpc>
            </a:pPr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7" name="署名"/>
          <p:cNvSpPr txBox="1">
            <a:spLocks noGrp="1"/>
          </p:cNvSpPr>
          <p:nvPr>
            <p:ph type="body" idx="1" hasCustomPrompt="1"/>
            <p:custDataLst>
              <p:tags r:id="rId12"/>
            </p:custDataLst>
          </p:nvPr>
        </p:nvSpPr>
        <p:spPr>
          <a:xfrm>
            <a:off x="5291323" y="5744812"/>
            <a:ext cx="1609354" cy="421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400" b="0" i="0" u="none" strike="noStrike" kern="1200" cap="none" spc="0" normalizeH="0" baseline="0" noProof="1" dirty="0">
                <a:solidFill>
                  <a:srgbClr val="FFFFFF"/>
                </a:solidFill>
                <a:latin typeface="+mn-lt"/>
              </a:defRPr>
            </a:lvl1pPr>
          </a:lstStyle>
          <a:p>
            <a:pPr lvl="0" algn="ctr"/>
            <a:r>
              <a:rPr lang="en-US" dirty="0">
                <a:latin typeface="+mn-lt"/>
                <a:sym typeface="+mn-ea"/>
              </a:rPr>
              <a:t>Click to add text</a:t>
            </a:r>
            <a:endParaRPr 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3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5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wrap="square" lIns="0" tIns="0" rIns="0" bIns="0">
            <a:normAutofit/>
          </a:bodyPr>
          <a:lstStyle>
            <a:lvl1pPr algn="l" fontAlgn="base"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8.xml"/><Relationship Id="rId16" Type="http://schemas.openxmlformats.org/officeDocument/2006/relationships/tags" Target="../tags/tag67.xml"/><Relationship Id="rId15" Type="http://schemas.openxmlformats.org/officeDocument/2006/relationships/tags" Target="../tags/tag66.xml"/><Relationship Id="rId14" Type="http://schemas.openxmlformats.org/officeDocument/2006/relationships/tags" Target="../tags/tag65.xml"/><Relationship Id="rId13" Type="http://schemas.openxmlformats.org/officeDocument/2006/relationships/tags" Target="../tags/tag64.xml"/><Relationship Id="rId12" Type="http://schemas.openxmlformats.org/officeDocument/2006/relationships/tags" Target="../tags/tag6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8" Type="http://schemas.openxmlformats.org/officeDocument/2006/relationships/theme" Target="../theme/theme2.xml"/><Relationship Id="rId17" Type="http://schemas.openxmlformats.org/officeDocument/2006/relationships/tags" Target="../tags/tag173.xml"/><Relationship Id="rId16" Type="http://schemas.openxmlformats.org/officeDocument/2006/relationships/tags" Target="../tags/tag172.xml"/><Relationship Id="rId15" Type="http://schemas.openxmlformats.org/officeDocument/2006/relationships/tags" Target="../tags/tag171.xml"/><Relationship Id="rId14" Type="http://schemas.openxmlformats.org/officeDocument/2006/relationships/tags" Target="../tags/tag170.xml"/><Relationship Id="rId13" Type="http://schemas.openxmlformats.org/officeDocument/2006/relationships/tags" Target="../tags/tag169.xml"/><Relationship Id="rId12" Type="http://schemas.openxmlformats.org/officeDocument/2006/relationships/tags" Target="../tags/tag168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0.xml"/><Relationship Id="rId7" Type="http://schemas.openxmlformats.org/officeDocument/2006/relationships/slideLayout" Target="../slideLayouts/slideLayout29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5.xml"/><Relationship Id="rId22" Type="http://schemas.openxmlformats.org/officeDocument/2006/relationships/theme" Target="../theme/theme3.xml"/><Relationship Id="rId21" Type="http://schemas.openxmlformats.org/officeDocument/2006/relationships/tags" Target="../tags/tag264.xml"/><Relationship Id="rId20" Type="http://schemas.openxmlformats.org/officeDocument/2006/relationships/tags" Target="../tags/tag263.xml"/><Relationship Id="rId2" Type="http://schemas.openxmlformats.org/officeDocument/2006/relationships/slideLayout" Target="../slideLayouts/slideLayout24.xml"/><Relationship Id="rId19" Type="http://schemas.openxmlformats.org/officeDocument/2006/relationships/tags" Target="../tags/tag262.xml"/><Relationship Id="rId18" Type="http://schemas.openxmlformats.org/officeDocument/2006/relationships/tags" Target="../tags/tag261.xml"/><Relationship Id="rId17" Type="http://schemas.openxmlformats.org/officeDocument/2006/relationships/tags" Target="../tags/tag260.xml"/><Relationship Id="rId16" Type="http://schemas.openxmlformats.org/officeDocument/2006/relationships/tags" Target="../tags/tag259.xml"/><Relationship Id="rId15" Type="http://schemas.openxmlformats.org/officeDocument/2006/relationships/tags" Target="../tags/tag258.xml"/><Relationship Id="rId14" Type="http://schemas.openxmlformats.org/officeDocument/2006/relationships/tags" Target="../tags/tag257.xml"/><Relationship Id="rId13" Type="http://schemas.openxmlformats.org/officeDocument/2006/relationships/tags" Target="../tags/tag256.xml"/><Relationship Id="rId12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9480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94800" y="1235075"/>
            <a:ext cx="10800000" cy="489172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94800" y="6356350"/>
            <a:ext cx="2743200" cy="365125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751600" y="6356350"/>
            <a:ext cx="2743200" cy="365125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accent1"/>
          </a:solidFill>
          <a:latin typeface="Arial" panose="020B0604020202020204" pitchFamily="34" charset="0"/>
          <a:sym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Arial" panose="020B0604020202020204" pitchFamily="34" charset="0"/>
          <a:sym typeface="Arial" panose="020B0604020202020204" pitchFamily="34" charset="0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ea"/>
          <a:sym typeface="+mn-ea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ea"/>
          <a:sym typeface="+mn-ea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ea"/>
          <a:sym typeface="+mn-ea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ea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>
          <a:xfrm>
            <a:off x="695960" y="6356350"/>
            <a:ext cx="27432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>
          <a:xfrm>
            <a:off x="8753983" y="6356350"/>
            <a:ext cx="27432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2" name="文本占位符 1"/>
          <p:cNvSpPr txBox="1">
            <a:spLocks noGrp="1"/>
          </p:cNvSpPr>
          <p:nvPr>
            <p:ph type="body" idx="21"/>
            <p:custDataLst>
              <p:tags r:id="rId15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/>
          <a:p>
            <a:pPr marR="0" lvl="0" fontAlgn="auto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Char char="●"/>
            </a:pPr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3" name="标题占位符 2"/>
          <p:cNvSpPr>
            <a:spLocks noGrp="1"/>
          </p:cNvSpPr>
          <p:nvPr>
            <p:ph type="title"/>
            <p:custDataLst>
              <p:tags r:id="rId16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marL="0" marR="0" lvl="0" algn="ctr" fontAlgn="auto">
              <a:lnSpc>
                <a:spcPct val="100000"/>
              </a:lnSpc>
              <a:buClrTx/>
              <a:buSzTx/>
              <a:buFontTx/>
            </a:pPr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4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  <a:solidFill>
            <a:schemeClr val="bg1"/>
          </a:solidFill>
          <a:ln>
            <a:solidFill>
              <a:srgbClr val="DCD6CA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0" lang="en-US" sz="3200" b="0" i="0" u="none" strike="noStrike" kern="1200" cap="none" spc="0" normalizeH="0" baseline="0" smtClean="0">
          <a:ln>
            <a:noFill/>
            <a:prstDash val="sysDot"/>
          </a:ln>
          <a:solidFill>
            <a:schemeClr val="accent1"/>
          </a:solidFill>
          <a:uFillTx/>
          <a:latin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0" lang="en-US" sz="1800" b="0" i="0" u="none" strike="noStrike" kern="1200" cap="none" spc="0" normalizeH="0" baseline="0" noProof="1" dirty="0">
          <a:ln>
            <a:noFill/>
            <a:prstDash val="sysDot"/>
          </a:ln>
          <a:solidFill>
            <a:schemeClr val="tx1"/>
          </a:solidFill>
          <a:uFillTx/>
          <a:latin typeface="Arial" panose="020B0604020202020204" pitchFamily="34" charset="0"/>
          <a:sym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sz="1600" b="0" i="0" u="none" strike="noStrike" kern="1200" cap="none" spc="150" normalizeH="0" baseline="0" noProof="1" dirty="0">
          <a:solidFill>
            <a:schemeClr val="tx1"/>
          </a:solidFill>
          <a:uFillTx/>
          <a:latin typeface="+mn-ea"/>
          <a:sym typeface="+mn-ea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sz="1600" b="0" i="0" u="none" strike="noStrike" kern="1200" cap="none" spc="150" normalizeH="0" baseline="0" noProof="1" dirty="0">
          <a:solidFill>
            <a:schemeClr val="tx1"/>
          </a:solidFill>
          <a:uFillTx/>
          <a:latin typeface="+mn-ea"/>
          <a:sym typeface="+mn-ea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sz="1400" b="0" i="0" u="none" strike="noStrike" kern="1200" cap="none" spc="150" normalizeH="0" baseline="0" noProof="1" dirty="0">
          <a:solidFill>
            <a:schemeClr val="tx1"/>
          </a:solidFill>
          <a:uFillTx/>
          <a:latin typeface="+mn-ea"/>
          <a:sym typeface="+mn-ea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sz="1400" b="0" i="0" u="none" strike="noStrike" kern="1200" cap="none" spc="150" normalizeH="0" baseline="0" noProof="1" dirty="0">
          <a:solidFill>
            <a:schemeClr val="tx1"/>
          </a:solidFill>
          <a:uFillTx/>
          <a:latin typeface="+mn-ea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/>
          <p:nvPr userDrawn="1">
            <p:custDataLst>
              <p:tags r:id="rId13"/>
            </p:custDataLst>
          </p:nvPr>
        </p:nvSpPr>
        <p:spPr>
          <a:xfrm>
            <a:off x="0" y="-55245"/>
            <a:ext cx="12191365" cy="6912610"/>
          </a:xfrm>
          <a:prstGeom prst="rect">
            <a:avLst/>
          </a:prstGeom>
          <a:solidFill>
            <a:srgbClr val="000000"/>
          </a:solidFill>
          <a:ln>
            <a:solidFill>
              <a:srgbClr val="DCD6CA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</a:endParaRPr>
          </a:p>
        </p:txBody>
      </p:sp>
      <p:cxnSp>
        <p:nvCxnSpPr>
          <p:cNvPr id="7" name="直接连接符 6"/>
          <p:cNvCxnSpPr/>
          <p:nvPr userDrawn="1">
            <p:custDataLst>
              <p:tags r:id="rId14"/>
            </p:custDataLst>
          </p:nvPr>
        </p:nvCxnSpPr>
        <p:spPr>
          <a:xfrm flipV="1">
            <a:off x="583974" y="0"/>
            <a:ext cx="0" cy="644044"/>
          </a:xfrm>
          <a:prstGeom prst="line">
            <a:avLst/>
          </a:prstGeom>
          <a:noFill/>
          <a:ln w="184150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  <a:tileRect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" name="直接连接符 8"/>
          <p:cNvCxnSpPr/>
          <p:nvPr userDrawn="1">
            <p:custDataLst>
              <p:tags r:id="rId15"/>
            </p:custDataLst>
          </p:nvPr>
        </p:nvCxnSpPr>
        <p:spPr>
          <a:xfrm flipV="1">
            <a:off x="405554" y="0"/>
            <a:ext cx="0" cy="805603"/>
          </a:xfrm>
          <a:prstGeom prst="line">
            <a:avLst/>
          </a:prstGeom>
          <a:noFill/>
          <a:ln w="184150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  <a:tileRect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16"/>
            </p:custDataLst>
          </p:nvPr>
        </p:nvSpPr>
        <p:spPr>
          <a:xfrm>
            <a:off x="695960" y="6356350"/>
            <a:ext cx="27432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17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18"/>
            </p:custDataLst>
          </p:nvPr>
        </p:nvSpPr>
        <p:spPr>
          <a:xfrm>
            <a:off x="8753983" y="6356350"/>
            <a:ext cx="27432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13" name="标题占位符 1"/>
          <p:cNvSpPr>
            <a:spLocks noGrp="1"/>
          </p:cNvSpPr>
          <p:nvPr>
            <p:ph type="title"/>
            <p:custDataLst>
              <p:tags r:id="rId19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"/>
            <p:custDataLst>
              <p:tags r:id="rId20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2" name="KSO_TEMPLATE" hidden="1"/>
          <p:cNvSpPr/>
          <p:nvPr userDrawn="1">
            <p:custDataLst>
              <p:tags r:id="rId21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  <a:solidFill>
            <a:schemeClr val="bg1"/>
          </a:solidFill>
          <a:ln>
            <a:solidFill>
              <a:srgbClr val="DCD6CA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0"/>
          </a:gradFill>
          <a:latin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0" lang="en-US" sz="1800" b="0" i="0" u="none" strike="noStrike" kern="1200" cap="none" spc="0" normalizeH="0" baseline="0" dirty="0">
          <a:ln>
            <a:noFill/>
            <a:prstDash val="sysDot"/>
          </a:ln>
          <a:solidFill>
            <a:srgbClr val="FFFFFF"/>
          </a:solidFill>
          <a:uFillTx/>
          <a:latin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lang="en-US" sz="1600" b="0" i="0" u="none" strike="noStrike" kern="1200" cap="none" spc="150" normalizeH="0" baseline="0" dirty="0">
          <a:solidFill>
            <a:srgbClr val="FFFFFF"/>
          </a:solidFill>
          <a:uFillTx/>
          <a:latin typeface="+mn-ea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lang="en-US" sz="1600" b="0" i="0" u="none" strike="noStrike" kern="1200" cap="none" spc="150" normalizeH="0" baseline="0" dirty="0">
          <a:solidFill>
            <a:srgbClr val="FFFFFF"/>
          </a:solidFill>
          <a:uFillTx/>
          <a:latin typeface="+mn-ea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lang="en-US" sz="1400" b="0" i="0" u="none" strike="noStrike" kern="1200" cap="none" spc="150" normalizeH="0" baseline="0" dirty="0">
          <a:solidFill>
            <a:srgbClr val="FFFFFF"/>
          </a:solidFill>
          <a:uFillTx/>
          <a:latin typeface="+mn-ea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lang="en-US" sz="1400" b="0" i="0" u="none" strike="noStrike" kern="1200" cap="none" spc="150" normalizeH="0" baseline="0" dirty="0">
          <a:solidFill>
            <a:srgbClr val="FFFFFF"/>
          </a:solidFill>
          <a:uFillTx/>
          <a:latin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tags" Target="../tags/tag265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267.xml"/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tags" Target="../tags/tag266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269.xml"/><Relationship Id="rId2" Type="http://schemas.openxmlformats.org/officeDocument/2006/relationships/image" Target="../media/image8.png"/><Relationship Id="rId1" Type="http://schemas.openxmlformats.org/officeDocument/2006/relationships/tags" Target="../tags/tag268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34.xml"/><Relationship Id="rId4" Type="http://schemas.openxmlformats.org/officeDocument/2006/relationships/tags" Target="../tags/tag272.xml"/><Relationship Id="rId3" Type="http://schemas.openxmlformats.org/officeDocument/2006/relationships/tags" Target="../tags/tag271.xml"/><Relationship Id="rId2" Type="http://schemas.openxmlformats.org/officeDocument/2006/relationships/image" Target="../media/image9.png"/><Relationship Id="rId1" Type="http://schemas.openxmlformats.org/officeDocument/2006/relationships/tags" Target="../tags/tag270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5.xml"/><Relationship Id="rId3" Type="http://schemas.openxmlformats.org/officeDocument/2006/relationships/tags" Target="../tags/tag274.xml"/><Relationship Id="rId2" Type="http://schemas.openxmlformats.org/officeDocument/2006/relationships/image" Target="../media/image10.png"/><Relationship Id="rId1" Type="http://schemas.openxmlformats.org/officeDocument/2006/relationships/tags" Target="../tags/tag273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276.xml"/><Relationship Id="rId2" Type="http://schemas.openxmlformats.org/officeDocument/2006/relationships/image" Target="../media/image11.png"/><Relationship Id="rId1" Type="http://schemas.openxmlformats.org/officeDocument/2006/relationships/tags" Target="../tags/tag275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5.xml"/><Relationship Id="rId3" Type="http://schemas.openxmlformats.org/officeDocument/2006/relationships/tags" Target="../tags/tag278.xml"/><Relationship Id="rId2" Type="http://schemas.openxmlformats.org/officeDocument/2006/relationships/image" Target="../media/image12.png"/><Relationship Id="rId1" Type="http://schemas.openxmlformats.org/officeDocument/2006/relationships/tags" Target="../tags/tag277.xml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34.xml"/><Relationship Id="rId6" Type="http://schemas.openxmlformats.org/officeDocument/2006/relationships/tags" Target="../tags/tag28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tags" Target="../tags/tag280.xml"/><Relationship Id="rId2" Type="http://schemas.openxmlformats.org/officeDocument/2006/relationships/image" Target="../media/image9.png"/><Relationship Id="rId1" Type="http://schemas.openxmlformats.org/officeDocument/2006/relationships/tags" Target="../tags/tag27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 de texto 1"/>
          <p:cNvSpPr txBox="1"/>
          <p:nvPr/>
        </p:nvSpPr>
        <p:spPr>
          <a:xfrm>
            <a:off x="7506335" y="3294380"/>
            <a:ext cx="4064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 sz="5400" b="1" i="1">
                <a:solidFill>
                  <a:srgbClr val="92D050"/>
                </a:solidFill>
                <a:latin typeface="Verdana" panose="020B0604030504040204" charset="0"/>
                <a:cs typeface="Verdana" panose="020B0604030504040204" charset="0"/>
              </a:rPr>
              <a:t>defcon5</a:t>
            </a:r>
            <a:endParaRPr lang="es-MX" altLang="en-US" sz="5400" b="1" i="1">
              <a:solidFill>
                <a:srgbClr val="92D050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3" name="Cuadro de texto 2"/>
          <p:cNvSpPr txBox="1"/>
          <p:nvPr/>
        </p:nvSpPr>
        <p:spPr>
          <a:xfrm>
            <a:off x="7534275" y="4208145"/>
            <a:ext cx="406400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 sz="1600" i="1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Convirtiendo documentos en Resiliencia. </a:t>
            </a:r>
            <a:endParaRPr lang="es-MX" altLang="en-US" sz="1600" i="1">
              <a:solidFill>
                <a:srgbClr val="FFFF00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1315" y="496570"/>
            <a:ext cx="6885305" cy="1329055"/>
          </a:xfrm>
        </p:spPr>
        <p:txBody>
          <a:bodyPr wrap="square" lIns="0" tIns="0" rIns="0" bIns="0" anchor="ctr" anchorCtr="0">
            <a:noAutofit/>
          </a:bodyPr>
          <a:lstStyle/>
          <a:p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La crisis no expone la falta de planes. Expone planes que no funcionan.</a:t>
            </a:r>
            <a:b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</a:br>
            <a:endParaRPr lang="en-US" altLang="es-MX" sz="2400" b="1" i="1" spc="0" dirty="0">
              <a:solidFill>
                <a:srgbClr val="FFFF00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6" name="Cuadro de texto 5"/>
          <p:cNvSpPr txBox="1"/>
          <p:nvPr/>
        </p:nvSpPr>
        <p:spPr>
          <a:xfrm>
            <a:off x="361315" y="1734185"/>
            <a:ext cx="6689090" cy="124523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Solo 1 de cada 10 organizaciones se consideraba realmente preparada al enfrentar una crisis real, y más del 90 % reconoció que sus planes de continuidad fallaron o debieron ser corregidos tras el evento</a:t>
            </a:r>
            <a:r>
              <a:rPr lang="es-MX" altLang="en-US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.</a:t>
            </a:r>
            <a:endParaRPr lang="en-US" altLang="zh-CN" sz="15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sz="15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(PwC Global Crisis Survey; Gartner).</a:t>
            </a:r>
            <a:endParaRPr lang="en-US" altLang="zh-CN" sz="1500" b="1" i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sp>
        <p:nvSpPr>
          <p:cNvPr id="14" name="Cuadro de texto 13"/>
          <p:cNvSpPr txBox="1"/>
          <p:nvPr/>
        </p:nvSpPr>
        <p:spPr>
          <a:xfrm>
            <a:off x="462280" y="3159125"/>
            <a:ext cx="6678295" cy="159956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En situaciones reales de disrupción, los planes tradicionales colapsan:</a:t>
            </a:r>
            <a:endParaRPr lang="en-US" altLang="zh-CN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endParaRPr lang="en-US" altLang="zh-CN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Ø"/>
            </a:pPr>
            <a:r>
              <a:rPr lang="en-US" altLang="zh-CN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no están actualizados, no han sido probados o no pueden ejecutarse bajo presión.</a:t>
            </a:r>
            <a:endParaRPr lang="en-US" altLang="zh-CN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Ø"/>
            </a:pPr>
            <a:endParaRPr lang="en-US" altLang="zh-CN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Ø"/>
            </a:pPr>
            <a:r>
              <a:rPr lang="en-US" altLang="zh-CN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 brecha no es normativa ni metodológica.</a:t>
            </a:r>
            <a:r>
              <a:rPr lang="es-MX" altLang="en-US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... </a:t>
            </a:r>
            <a:r>
              <a:rPr lang="en-US" altLang="zh-CN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Es operativa</a:t>
            </a:r>
            <a:r>
              <a:rPr lang="es-MX" altLang="en-US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!.</a:t>
            </a:r>
            <a:endParaRPr lang="es-MX" altLang="en-US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sp>
        <p:nvSpPr>
          <p:cNvPr id="15" name="Cuadro de texto 14"/>
          <p:cNvSpPr txBox="1"/>
          <p:nvPr/>
        </p:nvSpPr>
        <p:spPr>
          <a:xfrm>
            <a:off x="534035" y="5055870"/>
            <a:ext cx="6252845" cy="101473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Tener un BCP/DRP ya no es suficiente. La diferencia está en poder ejecutarlo cuando todo falla.</a:t>
            </a:r>
            <a:endParaRPr lang="en-US" altLang="zh-CN" sz="2000" b="1" i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47483648" y="-2147483648"/>
            <a:ext cx="2147011200" cy="21470112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3" name="Imagen 2"/>
          <p:cNvPicPr/>
          <p:nvPr/>
        </p:nvPicPr>
        <p:blipFill>
          <a:blip r:embed="rId2"/>
          <a:stretch>
            <a:fillRect/>
          </a:stretch>
        </p:blipFill>
        <p:spPr>
          <a:xfrm>
            <a:off x="-2147483648" y="-2147483648"/>
            <a:ext cx="2147011200" cy="2147011200"/>
          </a:xfrm>
          <a:prstGeom prst="rect">
            <a:avLst/>
          </a:prstGeom>
        </p:spPr>
      </p:pic>
      <p:pic>
        <p:nvPicPr>
          <p:cNvPr id="4" name="Imagen 3"/>
          <p:cNvPicPr/>
          <p:nvPr/>
        </p:nvPicPr>
        <p:blipFill>
          <a:blip r:embed="rId2"/>
          <a:stretch>
            <a:fillRect/>
          </a:stretch>
        </p:blipFill>
        <p:spPr>
          <a:xfrm>
            <a:off x="-2147483648" y="-2147483648"/>
            <a:ext cx="2147011200" cy="2147011200"/>
          </a:xfrm>
          <a:prstGeom prst="rect">
            <a:avLst/>
          </a:prstGeom>
        </p:spPr>
      </p:pic>
      <p:pic>
        <p:nvPicPr>
          <p:cNvPr id="5" name="Imagen 4"/>
          <p:cNvPicPr/>
          <p:nvPr/>
        </p:nvPicPr>
        <p:blipFill>
          <a:blip r:embed="rId2"/>
          <a:stretch>
            <a:fillRect/>
          </a:stretch>
        </p:blipFill>
        <p:spPr>
          <a:xfrm>
            <a:off x="-2147483648" y="-2147483648"/>
            <a:ext cx="2147011200" cy="2147011200"/>
          </a:xfrm>
          <a:prstGeom prst="rect">
            <a:avLst/>
          </a:prstGeom>
        </p:spPr>
      </p:pic>
      <p:pic>
        <p:nvPicPr>
          <p:cNvPr id="8" name="Imagen 7"/>
          <p:cNvPicPr/>
          <p:nvPr/>
        </p:nvPicPr>
        <p:blipFill>
          <a:blip r:embed="rId2"/>
          <a:stretch>
            <a:fillRect/>
          </a:stretch>
        </p:blipFill>
        <p:spPr>
          <a:xfrm>
            <a:off x="-2147483648" y="-2147483648"/>
            <a:ext cx="2147011200" cy="2147011200"/>
          </a:xfrm>
          <a:prstGeom prst="rect">
            <a:avLst/>
          </a:prstGeom>
        </p:spPr>
      </p:pic>
      <p:pic>
        <p:nvPicPr>
          <p:cNvPr id="9" name="Imagen 8"/>
          <p:cNvPicPr/>
          <p:nvPr/>
        </p:nvPicPr>
        <p:blipFill>
          <a:blip r:embed="rId2"/>
          <a:stretch>
            <a:fillRect/>
          </a:stretch>
        </p:blipFill>
        <p:spPr>
          <a:xfrm>
            <a:off x="-2147483648" y="-2147483648"/>
            <a:ext cx="2147011200" cy="2147011200"/>
          </a:xfrm>
          <a:prstGeom prst="rect">
            <a:avLst/>
          </a:prstGeom>
        </p:spPr>
      </p:pic>
      <p:pic>
        <p:nvPicPr>
          <p:cNvPr id="11" name="Imagen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8405" y="-635"/>
            <a:ext cx="4651375" cy="685863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26085" y="405130"/>
            <a:ext cx="6875145" cy="1329055"/>
          </a:xfrm>
        </p:spPr>
        <p:txBody>
          <a:bodyPr wrap="square" lIns="0" tIns="0" rIns="0" bIns="0" anchor="ctr" anchorCtr="0">
            <a:noAutofit/>
          </a:bodyPr>
          <a:lstStyle/>
          <a:p>
            <a:pPr algn="just"/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El mercado dejar</a:t>
            </a:r>
            <a:r>
              <a:rPr lang="en-US" altLang="en-US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á</a:t>
            </a:r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 de pagar por planes documentados. Pagar</a:t>
            </a:r>
            <a:r>
              <a:rPr lang="en-US" altLang="en-US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á</a:t>
            </a:r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 solo por resiliencia que funcione en la crisis.</a:t>
            </a:r>
            <a:br>
              <a:rPr lang="en-US" altLang="es-MX" sz="2400" b="1" i="1" spc="0" dirty="0">
                <a:solidFill>
                  <a:schemeClr val="bg1"/>
                </a:solidFill>
                <a:latin typeface="Verdana" panose="020B0604030504040204" charset="0"/>
                <a:cs typeface="Verdana" panose="020B0604030504040204" charset="0"/>
              </a:rPr>
            </a:br>
            <a:endParaRPr lang="en-US" altLang="es-MX" sz="2400" b="1" i="1" spc="0" dirty="0">
              <a:solidFill>
                <a:schemeClr val="bg1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6" name="Cuadro de texto 5"/>
          <p:cNvSpPr txBox="1"/>
          <p:nvPr/>
        </p:nvSpPr>
        <p:spPr>
          <a:xfrm>
            <a:off x="426085" y="1708785"/>
            <a:ext cx="6948170" cy="124523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Las Consultoras han cumplido hist</a:t>
            </a:r>
            <a:r>
              <a:rPr lang="en-US" altLang="en-US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ricamente con la implementaci</a:t>
            </a:r>
            <a:r>
              <a:rPr lang="en-US" altLang="en-US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de BCP/DRP.</a:t>
            </a:r>
            <a:r>
              <a:rPr lang="es-MX" altLang="en-US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 </a:t>
            </a: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El problema no es la capacidad profesional, sino el formato heredado del resultado:</a:t>
            </a:r>
            <a:r>
              <a:rPr lang="es-MX" altLang="en-US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 </a:t>
            </a: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planes entregados como documentos digitales, fragmentados, poco integrados y altamente susceptibles a la desactualizaci</a:t>
            </a:r>
            <a:r>
              <a:rPr lang="en-US" altLang="en-US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n.</a:t>
            </a:r>
            <a:endParaRPr lang="en-US" altLang="es-MX" sz="15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sp>
        <p:nvSpPr>
          <p:cNvPr id="14" name="Cuadro de texto 13"/>
          <p:cNvSpPr txBox="1"/>
          <p:nvPr/>
        </p:nvSpPr>
        <p:spPr>
          <a:xfrm>
            <a:off x="435610" y="3160395"/>
            <a:ext cx="6949440" cy="159956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Realidad operativa del modelo actual</a:t>
            </a:r>
            <a:r>
              <a:rPr lang="es-MX" altLang="en-US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:</a:t>
            </a: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o"/>
            </a:pP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Informaci</a:t>
            </a:r>
            <a:r>
              <a:rPr lang="en-US" altLang="en-US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cr</a:t>
            </a:r>
            <a:r>
              <a:rPr lang="en-US" altLang="en-US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í</a:t>
            </a: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tica distribuida en m</a:t>
            </a:r>
            <a:r>
              <a:rPr lang="en-US" altLang="en-US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ú</a:t>
            </a: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ltiples archivos y versiones.</a:t>
            </a: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o"/>
            </a:pP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Mantenci</a:t>
            </a:r>
            <a:r>
              <a:rPr lang="en-US" altLang="en-US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costosa, manual y dependiente de personas clave.</a:t>
            </a: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o"/>
            </a:pP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Pruebas limitadas, desconectadas de la operaci</a:t>
            </a:r>
            <a:r>
              <a:rPr lang="en-US" altLang="en-US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real.</a:t>
            </a: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indent="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None/>
            </a:pP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indent="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None/>
            </a:pP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El resultado es recurrente:</a:t>
            </a:r>
            <a:r>
              <a:rPr lang="es-MX" altLang="en-US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 </a:t>
            </a: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BCP/DRP correctos en auditor</a:t>
            </a:r>
            <a:r>
              <a:rPr lang="en-US" altLang="en-US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í</a:t>
            </a: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a,</a:t>
            </a: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indent="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None/>
            </a:pP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fr</a:t>
            </a:r>
            <a:r>
              <a:rPr lang="en-US" altLang="en-US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á</a:t>
            </a: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giles en una crisis real.</a:t>
            </a: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sp>
        <p:nvSpPr>
          <p:cNvPr id="15" name="Cuadro de texto 14"/>
          <p:cNvSpPr txBox="1"/>
          <p:nvPr/>
        </p:nvSpPr>
        <p:spPr>
          <a:xfrm>
            <a:off x="456565" y="4942840"/>
            <a:ext cx="7153910" cy="163004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 decisi</a:t>
            </a:r>
            <a:r>
              <a:rPr lang="en-US" altLang="en-US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estrat</a:t>
            </a:r>
            <a:r>
              <a:rPr lang="en-US" altLang="en-US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é</a:t>
            </a:r>
            <a:r>
              <a:rPr lang="en-US" altLang="es-MX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gica ya no es qu</a:t>
            </a:r>
            <a:r>
              <a:rPr lang="en-US" altLang="en-US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é</a:t>
            </a:r>
            <a:r>
              <a:rPr lang="en-US" altLang="es-MX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plan entregar,</a:t>
            </a:r>
            <a:r>
              <a:rPr lang="es-MX" altLang="en-US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</a:t>
            </a:r>
            <a:r>
              <a:rPr lang="en-US" altLang="es-MX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sino c</a:t>
            </a:r>
            <a:r>
              <a:rPr lang="en-US" altLang="en-US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mo convertir ese plan en una capacidad operativa viva.</a:t>
            </a:r>
            <a:endParaRPr lang="en-US" altLang="es-MX" sz="2000" b="1" i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Eso es exactamente lo que una </a:t>
            </a:r>
            <a:r>
              <a:rPr lang="es-MX" altLang="en-US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d</a:t>
            </a:r>
            <a:r>
              <a:rPr lang="en-US" altLang="es-MX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emostraci</a:t>
            </a:r>
            <a:r>
              <a:rPr lang="en-US" altLang="en-US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de defcon5 permite evidenciar.</a:t>
            </a:r>
            <a:endParaRPr lang="en-US" altLang="es-MX" sz="2000" b="1" i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195" y="0"/>
            <a:ext cx="4418330" cy="68580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2"/>
          <a:srcRect l="1" t="2766" r="4541" b="9052"/>
          <a:stretch>
            <a:fillRect/>
          </a:stretch>
        </p:blipFill>
        <p:spPr>
          <a:xfrm>
            <a:off x="8545195" y="0"/>
            <a:ext cx="3646805" cy="6858000"/>
          </a:xfrm>
          <a:custGeom>
            <a:avLst/>
            <a:gdLst>
              <a:gd name="connsiteX0" fmla="*/ 1714500 w 5473700"/>
              <a:gd name="connsiteY0" fmla="*/ 0 h 6858000"/>
              <a:gd name="connsiteX1" fmla="*/ 5473700 w 5473700"/>
              <a:gd name="connsiteY1" fmla="*/ 0 h 6858000"/>
              <a:gd name="connsiteX2" fmla="*/ 5473700 w 5473700"/>
              <a:gd name="connsiteY2" fmla="*/ 6858000 h 6858000"/>
              <a:gd name="connsiteX3" fmla="*/ 0 w 54737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3700" h="6858000">
                <a:moveTo>
                  <a:pt x="1714500" y="0"/>
                </a:moveTo>
                <a:lnTo>
                  <a:pt x="5473700" y="0"/>
                </a:lnTo>
                <a:lnTo>
                  <a:pt x="5473700" y="6858000"/>
                </a:lnTo>
                <a:lnTo>
                  <a:pt x="0" y="6858000"/>
                </a:lnTo>
                <a:close/>
              </a:path>
            </a:pathLst>
          </a:custGeom>
          <a:ln w="9525" cap="flat" cmpd="sng" algn="ctr">
            <a:solidFill>
              <a:schemeClr val="dk1">
                <a:lumMod val="40000"/>
                <a:lumOff val="60000"/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5" name="标题 6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426085" y="760730"/>
            <a:ext cx="6875145" cy="1329055"/>
          </a:xfrm>
        </p:spPr>
        <p:txBody>
          <a:bodyPr wrap="square" lIns="0" tIns="0" rIns="0" bIns="0" anchor="ctr" anchorCtr="0">
            <a:noAutofit/>
          </a:bodyPr>
          <a:lstStyle/>
          <a:p>
            <a:pPr algn="just"/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Esta alianza convierte proyectos puntuales</a:t>
            </a:r>
            <a:r>
              <a:rPr lang="es-MX" altLang="en-US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 </a:t>
            </a:r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en relaciones estrat</a:t>
            </a:r>
            <a:r>
              <a:rPr lang="en-US" altLang="en-US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é</a:t>
            </a:r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gicas de largo plazo.</a:t>
            </a:r>
            <a:endParaRPr lang="en-US" altLang="es-MX" sz="2400" b="1" i="1" spc="0" dirty="0">
              <a:solidFill>
                <a:srgbClr val="FFFF00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8" name="Cuadro de texto 7"/>
          <p:cNvSpPr txBox="1"/>
          <p:nvPr/>
        </p:nvSpPr>
        <p:spPr>
          <a:xfrm>
            <a:off x="365125" y="2267585"/>
            <a:ext cx="7245350" cy="263017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Al incorporar </a:t>
            </a:r>
            <a:r>
              <a:rPr lang="en-US" altLang="es-MX" sz="1500" b="1" i="1">
                <a:solidFill>
                  <a:srgbClr val="92D050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defcon5</a:t>
            </a:r>
            <a:r>
              <a:rPr lang="en-US" altLang="es-MX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, la </a:t>
            </a:r>
            <a:r>
              <a:rPr lang="es-MX" altLang="en-US" sz="1500" b="1" i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Firma </a:t>
            </a:r>
            <a:r>
              <a:rPr lang="en-US" altLang="es-MX" sz="1500" b="1" i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Consultora</a:t>
            </a:r>
            <a:r>
              <a:rPr lang="en-US" altLang="es-MX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 deja de entregar solo diagn</a:t>
            </a:r>
            <a:r>
              <a:rPr lang="en-US" altLang="en-US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ó</a:t>
            </a:r>
            <a:r>
              <a:rPr lang="en-US" altLang="es-MX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sticos o planes y pasa a dejar una capacidad operativa instalada en el Cliente, que se mantiene vigente y demostrable en el tiempo.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Beneficios directos para la Consultora</a:t>
            </a:r>
            <a:r>
              <a:rPr lang="es-MX" altLang="en-US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:</a:t>
            </a:r>
            <a:endParaRPr lang="es-MX" altLang="en-US" sz="1500" b="1"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  <a:sym typeface="+mn-ea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q"/>
            </a:pPr>
            <a:r>
              <a:rPr lang="en-US" altLang="es-MX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Diferenciaci</a:t>
            </a:r>
            <a:r>
              <a:rPr lang="en-US" altLang="en-US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ó</a:t>
            </a:r>
            <a:r>
              <a:rPr lang="en-US" altLang="es-MX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n clara frente a otras boutiques estrat</a:t>
            </a:r>
            <a:r>
              <a:rPr lang="en-US" altLang="en-US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é</a:t>
            </a:r>
            <a:r>
              <a:rPr lang="en-US" altLang="es-MX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gicas.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q"/>
            </a:pPr>
            <a:r>
              <a:rPr lang="en-US" altLang="es-MX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Ciclos de venta m</a:t>
            </a:r>
            <a:r>
              <a:rPr lang="en-US" altLang="en-US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á</a:t>
            </a:r>
            <a:r>
              <a:rPr lang="en-US" altLang="es-MX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s cortos: el valor se entiende r</a:t>
            </a:r>
            <a:r>
              <a:rPr lang="en-US" altLang="en-US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á</a:t>
            </a:r>
            <a:r>
              <a:rPr lang="en-US" altLang="es-MX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pido.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q"/>
            </a:pPr>
            <a:r>
              <a:rPr lang="en-US" altLang="es-MX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Relaci</a:t>
            </a:r>
            <a:r>
              <a:rPr lang="en-US" altLang="en-US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ó</a:t>
            </a:r>
            <a:r>
              <a:rPr lang="en-US" altLang="es-MX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n recurrente con el Cliente, m</a:t>
            </a:r>
            <a:r>
              <a:rPr lang="en-US" altLang="en-US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á</a:t>
            </a:r>
            <a:r>
              <a:rPr lang="en-US" altLang="es-MX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s all</a:t>
            </a:r>
            <a:r>
              <a:rPr lang="en-US" altLang="en-US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á</a:t>
            </a:r>
            <a:r>
              <a:rPr lang="en-US" altLang="es-MX" sz="1500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 del proyecto inicial.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tualizaci</a:t>
            </a:r>
            <a:r>
              <a:rPr lang="en-US" altLang="en-US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n.</a:t>
            </a:r>
            <a:endParaRPr lang="en-US" altLang="es-MX" sz="15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sp>
        <p:nvSpPr>
          <p:cNvPr id="10" name="Cuadro de texto 9"/>
          <p:cNvSpPr txBox="1"/>
          <p:nvPr/>
        </p:nvSpPr>
        <p:spPr>
          <a:xfrm>
            <a:off x="456565" y="5115560"/>
            <a:ext cx="7153910" cy="70675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 </a:t>
            </a:r>
            <a:r>
              <a:rPr lang="es-MX" altLang="en-US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Firma </a:t>
            </a: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Consultora deja de competir por horas o precio. Compite por impacto sostenido.</a:t>
            </a:r>
            <a:endParaRPr lang="en-US" altLang="es-MX" sz="20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</p:spTree>
    <p:custDataLst>
      <p:tags r:id="rId4"/>
    </p:custData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659245" y="313690"/>
            <a:ext cx="5200650" cy="1329055"/>
          </a:xfrm>
        </p:spPr>
        <p:txBody>
          <a:bodyPr wrap="square" lIns="0" tIns="0" rIns="0" bIns="0" anchor="ctr" anchorCtr="0">
            <a:noAutofit/>
          </a:bodyPr>
          <a:lstStyle/>
          <a:p>
            <a:pPr algn="just"/>
            <a:r>
              <a:rPr lang="en-US" altLang="es-MX" sz="2400" b="1" i="1" spc="0" dirty="0">
                <a:solidFill>
                  <a:schemeClr val="accent1"/>
                </a:solidFill>
                <a:latin typeface="Verdana" panose="020B0604030504040204" charset="0"/>
                <a:cs typeface="Verdana" panose="020B0604030504040204" charset="0"/>
              </a:rPr>
              <a:t>defcon5</a:t>
            </a:r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 transforma la continuidad de un documento </a:t>
            </a:r>
            <a:r>
              <a:rPr lang="es-MX" altLang="en-US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a </a:t>
            </a:r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un sistema vivo.</a:t>
            </a:r>
            <a:endParaRPr lang="en-US" altLang="es-MX" sz="2400" b="1" i="1" spc="0" dirty="0">
              <a:solidFill>
                <a:srgbClr val="FFFF00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6" name="Cuadro de texto 5"/>
          <p:cNvSpPr txBox="1"/>
          <p:nvPr/>
        </p:nvSpPr>
        <p:spPr>
          <a:xfrm>
            <a:off x="6594475" y="1698625"/>
            <a:ext cx="5369560" cy="378460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 i="1">
                <a:solidFill>
                  <a:srgbClr val="92D050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defcon5 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es la plataforma</a:t>
            </a:r>
            <a:r>
              <a:rPr lang="es-MX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en arquitectura SaaS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que permite a la Consultora ejecutar su enfoque con rigor y consistencia: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Mapea procesos cr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í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ticos y eval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ú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a su impacto y riesgo.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Estructura procedimientos de continuidad del negocio y recuperaci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tecnol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gica.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Gestiona incidentes reales con paneles de control y activaci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guiada.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s-MX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Considera un modelo RACI para gestionar la autorizacion de las definiciones. 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s-MX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Permite una actualizacion eficiente y controlad de  las versiones. 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Permite pruebas peri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dicas con evidencia trazable y control de cambios.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sp>
        <p:nvSpPr>
          <p:cNvPr id="15" name="Cuadro de texto 14"/>
          <p:cNvSpPr txBox="1"/>
          <p:nvPr/>
        </p:nvSpPr>
        <p:spPr>
          <a:xfrm>
            <a:off x="157480" y="5793105"/>
            <a:ext cx="7574915" cy="70675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 Consultora define la estrategia</a:t>
            </a:r>
            <a:r>
              <a:rPr lang="es-MX" altLang="en-US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, </a:t>
            </a:r>
            <a:r>
              <a:rPr lang="en-US" altLang="es-MX" sz="2000" b="1" i="1">
                <a:solidFill>
                  <a:schemeClr val="accent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defcon5</a:t>
            </a: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asegura que ocurra.</a:t>
            </a:r>
            <a:endParaRPr lang="en-US" altLang="es-MX" sz="20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" y="589280"/>
            <a:ext cx="6292850" cy="364172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947285" y="496570"/>
            <a:ext cx="6875145" cy="1329055"/>
          </a:xfrm>
        </p:spPr>
        <p:txBody>
          <a:bodyPr wrap="square" lIns="0" tIns="0" rIns="0" bIns="0" anchor="ctr" anchorCtr="0">
            <a:noAutofit/>
          </a:bodyPr>
          <a:lstStyle/>
          <a:p>
            <a:pPr algn="just"/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El Cliente deja de “cumplir con continuidad” y pasa a controlar la disrupci</a:t>
            </a:r>
            <a:r>
              <a:rPr lang="en-US" altLang="en-US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ó</a:t>
            </a:r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n.</a:t>
            </a:r>
            <a:endParaRPr lang="en-US" altLang="es-MX" sz="2400" b="1" i="1" spc="0" dirty="0">
              <a:solidFill>
                <a:srgbClr val="FFFF00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8" name="Cuadro de texto 7"/>
          <p:cNvSpPr txBox="1"/>
          <p:nvPr/>
        </p:nvSpPr>
        <p:spPr>
          <a:xfrm>
            <a:off x="4947285" y="2196465"/>
            <a:ext cx="7245350" cy="147637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Con la Consultora apoyada por </a:t>
            </a:r>
            <a:r>
              <a:rPr lang="en-US" altLang="es-MX" sz="1500" b="1" i="1">
                <a:solidFill>
                  <a:srgbClr val="92D050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defcon5</a:t>
            </a: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, el Cliente obtiene:</a:t>
            </a:r>
            <a:endParaRPr lang="en-US" altLang="es-MX" sz="15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5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Visibilidad inmediata de procesos cr</a:t>
            </a:r>
            <a:r>
              <a:rPr lang="en-US" altLang="en-US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í</a:t>
            </a: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ticos y dependencias.</a:t>
            </a:r>
            <a:endParaRPr lang="en-US" altLang="es-MX" sz="15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Procedimientos accionables, actualizados y probados.</a:t>
            </a:r>
            <a:endParaRPr lang="en-US" altLang="es-MX" sz="15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Coordinaci</a:t>
            </a:r>
            <a:r>
              <a:rPr lang="en-US" altLang="en-US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efectiva durante incidentes reales.</a:t>
            </a:r>
            <a:endParaRPr lang="en-US" altLang="es-MX" sz="15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Evidencia s</a:t>
            </a:r>
            <a:r>
              <a:rPr lang="en-US" altLang="en-US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lida frente a auditor</a:t>
            </a:r>
            <a:r>
              <a:rPr lang="en-US" altLang="en-US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í</a:t>
            </a: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as y reguladores.</a:t>
            </a:r>
            <a:endParaRPr lang="en-US" altLang="es-MX" sz="15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sp>
        <p:nvSpPr>
          <p:cNvPr id="2" name="Cuadro de texto 1"/>
          <p:cNvSpPr txBox="1"/>
          <p:nvPr/>
        </p:nvSpPr>
        <p:spPr>
          <a:xfrm>
            <a:off x="407035" y="4723130"/>
            <a:ext cx="11500485" cy="70675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 continuidad deja de ser un riesgo reputacional</a:t>
            </a:r>
            <a:r>
              <a:rPr lang="es-MX" altLang="en-US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</a:t>
            </a:r>
            <a:r>
              <a:rPr lang="en-US" altLang="es-MX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y se convierte en una ventaja operativa.</a:t>
            </a:r>
            <a:endParaRPr lang="en-US" altLang="es-MX" sz="2000" b="1" i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80"/>
            <a:ext cx="4547870" cy="404368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008245" y="293370"/>
            <a:ext cx="6875145" cy="1329055"/>
          </a:xfrm>
        </p:spPr>
        <p:txBody>
          <a:bodyPr wrap="square" lIns="0" tIns="0" rIns="0" bIns="0" anchor="ctr" anchorCtr="0">
            <a:noAutofit/>
          </a:bodyPr>
          <a:lstStyle/>
          <a:p>
            <a:pPr algn="just"/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Una alianza clara. Un liderazgo incuestionable de la Consultora..</a:t>
            </a:r>
            <a:b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</a:br>
            <a:endParaRPr lang="en-US" altLang="es-MX" sz="2400" b="1" i="1" spc="0" dirty="0">
              <a:solidFill>
                <a:srgbClr val="FFFF00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6" name="Cuadro de texto 5"/>
          <p:cNvSpPr txBox="1"/>
          <p:nvPr/>
        </p:nvSpPr>
        <p:spPr>
          <a:xfrm>
            <a:off x="5008245" y="1282065"/>
            <a:ext cx="6948170" cy="309181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s-MX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Proponemos 3 Modelos:</a:t>
            </a:r>
            <a:endParaRPr lang="es-MX" altLang="en-US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s-MX" altLang="en-US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 u="sng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Modelo 1 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— </a:t>
            </a:r>
            <a:r>
              <a:rPr lang="en-US" altLang="es-MX" sz="1500" b="1" i="1">
                <a:solidFill>
                  <a:srgbClr val="92D050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defcon5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integrado al servicio BCP/DRP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indent="0" algn="just" defTabSz="26670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 Consultora incorpora </a:t>
            </a:r>
            <a:r>
              <a:rPr lang="en-US" altLang="es-MX" sz="1500" b="1" i="1">
                <a:solidFill>
                  <a:srgbClr val="92D050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defcon5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como parte natural de su oferta.</a:t>
            </a:r>
            <a:r>
              <a:rPr lang="es-MX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 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El Cliente percibe una soluci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integral y ejecutable.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indent="0" algn="just" defTabSz="266700">
              <a:spcBef>
                <a:spcPct val="0"/>
              </a:spcBef>
              <a:spcAft>
                <a:spcPct val="0"/>
              </a:spcAft>
              <a:buNone/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indent="0" algn="just" defTabSz="26670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s-MX" sz="1500" b="1" u="sng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Modelo 2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— </a:t>
            </a:r>
            <a:r>
              <a:rPr lang="en-US" altLang="es-MX" sz="1500" b="1" i="1">
                <a:solidFill>
                  <a:srgbClr val="92D050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defcon5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como acelerador metodol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gico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indent="0" algn="just" defTabSz="26670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 plataforma ejecuta la metodolog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í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a de la Consultora, reduciendo tiempos y fricci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operativa.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indent="0" algn="just" defTabSz="266700">
              <a:spcBef>
                <a:spcPct val="0"/>
              </a:spcBef>
              <a:spcAft>
                <a:spcPct val="0"/>
              </a:spcAft>
              <a:buNone/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indent="0" algn="just" defTabSz="26670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s-MX" sz="1500" b="1" u="sng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Modelo 3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— Relaci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recurrente con el Cliente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indent="0" algn="just" defTabSz="26670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 Consultora acompa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ñ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a operaci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n, pruebas y mejora continua, con soporte permanente de </a:t>
            </a:r>
            <a:r>
              <a:rPr lang="en-US" altLang="es-MX" sz="1500" b="1" i="1">
                <a:solidFill>
                  <a:srgbClr val="92D050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defcon5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.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sp>
        <p:nvSpPr>
          <p:cNvPr id="15" name="Cuadro de texto 14"/>
          <p:cNvSpPr txBox="1"/>
          <p:nvPr/>
        </p:nvSpPr>
        <p:spPr>
          <a:xfrm>
            <a:off x="7071995" y="4542155"/>
            <a:ext cx="7164705" cy="727075"/>
          </a:xfrm>
          <a:prstGeom prst="rect">
            <a:avLst/>
          </a:prstGeom>
        </p:spPr>
        <p:txBody>
          <a:bodyPr wrap="square">
            <a:no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 Consultora lidera la relaci</a:t>
            </a:r>
            <a:r>
              <a:rPr lang="en-US" altLang="en-US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n.</a:t>
            </a:r>
            <a:endParaRPr lang="en-US" altLang="es-MX" sz="20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2000" b="1" i="1">
                <a:solidFill>
                  <a:srgbClr val="92D050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defcon5</a:t>
            </a: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potencia la ejecuci</a:t>
            </a:r>
            <a:r>
              <a:rPr lang="en-US" altLang="en-US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n.</a:t>
            </a:r>
            <a:endParaRPr lang="en-US" altLang="es-MX" sz="20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El valor se sostiene en el tiempo.</a:t>
            </a:r>
            <a:endParaRPr lang="en-US" altLang="es-MX" sz="20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350"/>
            <a:ext cx="4777740" cy="585216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2"/>
          <a:srcRect l="1" t="2766" r="4541" b="9052"/>
          <a:stretch>
            <a:fillRect/>
          </a:stretch>
        </p:blipFill>
        <p:spPr>
          <a:xfrm>
            <a:off x="8545195" y="0"/>
            <a:ext cx="3646805" cy="6858000"/>
          </a:xfrm>
          <a:custGeom>
            <a:avLst/>
            <a:gdLst>
              <a:gd name="connsiteX0" fmla="*/ 1714500 w 5473700"/>
              <a:gd name="connsiteY0" fmla="*/ 0 h 6858000"/>
              <a:gd name="connsiteX1" fmla="*/ 5473700 w 5473700"/>
              <a:gd name="connsiteY1" fmla="*/ 0 h 6858000"/>
              <a:gd name="connsiteX2" fmla="*/ 5473700 w 5473700"/>
              <a:gd name="connsiteY2" fmla="*/ 6858000 h 6858000"/>
              <a:gd name="connsiteX3" fmla="*/ 0 w 54737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3700" h="6858000">
                <a:moveTo>
                  <a:pt x="1714500" y="0"/>
                </a:moveTo>
                <a:lnTo>
                  <a:pt x="5473700" y="0"/>
                </a:lnTo>
                <a:lnTo>
                  <a:pt x="5473700" y="6858000"/>
                </a:lnTo>
                <a:lnTo>
                  <a:pt x="0" y="6858000"/>
                </a:lnTo>
                <a:close/>
              </a:path>
            </a:pathLst>
          </a:custGeom>
          <a:ln w="9525" cap="flat" cmpd="sng" algn="ctr">
            <a:solidFill>
              <a:schemeClr val="dk1">
                <a:lumMod val="40000"/>
                <a:lumOff val="60000"/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5" name="标题 6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426085" y="598805"/>
            <a:ext cx="7809865" cy="1329055"/>
          </a:xfrm>
        </p:spPr>
        <p:txBody>
          <a:bodyPr wrap="square" lIns="0" tIns="0" rIns="0" bIns="0" anchor="ctr" anchorCtr="0">
            <a:noAutofit/>
          </a:bodyPr>
          <a:lstStyle/>
          <a:p>
            <a:pPr algn="just"/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Vea c</a:t>
            </a:r>
            <a:r>
              <a:rPr lang="en-US" altLang="en-US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ó</a:t>
            </a:r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mo su metodolog</a:t>
            </a:r>
            <a:r>
              <a:rPr lang="en-US" altLang="en-US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í</a:t>
            </a:r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a opera en tiempo real con </a:t>
            </a:r>
            <a:r>
              <a:rPr lang="en-US" altLang="es-MX" sz="2400" b="1" i="1" spc="0" dirty="0">
                <a:solidFill>
                  <a:srgbClr val="92D050"/>
                </a:solidFill>
                <a:latin typeface="Verdana" panose="020B0604030504040204" charset="0"/>
                <a:cs typeface="Verdana" panose="020B0604030504040204" charset="0"/>
              </a:rPr>
              <a:t>defcon5</a:t>
            </a:r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.</a:t>
            </a:r>
            <a:endParaRPr lang="en-US" altLang="es-MX" sz="2400" b="1" i="1" spc="0" dirty="0">
              <a:solidFill>
                <a:srgbClr val="FFFF00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8" name="Cuadro de texto 7"/>
          <p:cNvSpPr txBox="1"/>
          <p:nvPr/>
        </p:nvSpPr>
        <p:spPr>
          <a:xfrm>
            <a:off x="365125" y="2267585"/>
            <a:ext cx="7245350" cy="124523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Conozca en una demostraci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c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mo </a:t>
            </a:r>
            <a:r>
              <a:rPr lang="en-US" altLang="es-MX" sz="1500" b="1" i="1">
                <a:solidFill>
                  <a:srgbClr val="92D050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defcon5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permite a la Consultora transformar planes de continuidad en capacidades operativas reales para sus Clientes.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sp>
        <p:nvSpPr>
          <p:cNvPr id="10" name="Cuadro de texto 9"/>
          <p:cNvSpPr txBox="1"/>
          <p:nvPr/>
        </p:nvSpPr>
        <p:spPr>
          <a:xfrm>
            <a:off x="456565" y="5115560"/>
            <a:ext cx="7153910" cy="101473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Solicite una demostraci</a:t>
            </a:r>
            <a:r>
              <a:rPr lang="en-US" altLang="en-US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personalizada de </a:t>
            </a:r>
            <a:r>
              <a:rPr lang="en-US" altLang="es-MX" sz="2000" b="1" i="1">
                <a:solidFill>
                  <a:srgbClr val="92D050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defcon5</a:t>
            </a:r>
            <a:r>
              <a:rPr lang="es-MX" altLang="en-US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</a:t>
            </a: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y eval</a:t>
            </a:r>
            <a:r>
              <a:rPr lang="en-US" altLang="en-US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ú</a:t>
            </a: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 el modelo de asociaci</a:t>
            </a:r>
            <a:r>
              <a:rPr lang="en-US" altLang="en-US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m</a:t>
            </a:r>
            <a:r>
              <a:rPr lang="en-US" altLang="en-US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á</a:t>
            </a: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s adecuado para su firma.</a:t>
            </a:r>
            <a:endParaRPr lang="en-US" altLang="es-MX" sz="20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0005" y="3583940"/>
            <a:ext cx="398145" cy="398145"/>
          </a:xfrm>
          <a:prstGeom prst="rect">
            <a:avLst/>
          </a:prstGeom>
        </p:spPr>
      </p:pic>
      <p:pic>
        <p:nvPicPr>
          <p:cNvPr id="12" name="Imagen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720" y="4097655"/>
            <a:ext cx="464185" cy="464185"/>
          </a:xfrm>
          <a:prstGeom prst="rect">
            <a:avLst/>
          </a:prstGeom>
        </p:spPr>
      </p:pic>
      <p:sp>
        <p:nvSpPr>
          <p:cNvPr id="13" name="Cuadro de texto 12"/>
          <p:cNvSpPr txBox="1"/>
          <p:nvPr/>
        </p:nvSpPr>
        <p:spPr>
          <a:xfrm>
            <a:off x="4496435" y="3604260"/>
            <a:ext cx="25685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algn="l">
              <a:buClrTx/>
              <a:buSzTx/>
              <a:buFontTx/>
            </a:pPr>
            <a:r>
              <a:rPr lang="es-MX" altLang="en-US">
                <a:latin typeface="Verdana" panose="020B0604030504040204" charset="0"/>
                <a:cs typeface="Verdana" panose="020B0604030504040204" charset="0"/>
                <a:sym typeface="+mn-ea"/>
              </a:rPr>
              <a:t>+56 9 3222 6054</a:t>
            </a:r>
            <a:endParaRPr lang="es-MX" altLang="en-US">
              <a:latin typeface="Verdana" panose="020B0604030504040204" charset="0"/>
              <a:cs typeface="Verdana" panose="020B0604030504040204" charset="0"/>
              <a:sym typeface="+mn-ea"/>
            </a:endParaRPr>
          </a:p>
        </p:txBody>
      </p:sp>
      <p:sp>
        <p:nvSpPr>
          <p:cNvPr id="14" name="Cuadro de texto 13"/>
          <p:cNvSpPr txBox="1"/>
          <p:nvPr/>
        </p:nvSpPr>
        <p:spPr>
          <a:xfrm>
            <a:off x="4516755" y="4097020"/>
            <a:ext cx="44945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>
                <a:latin typeface="Verdana" panose="020B0604030504040204" charset="0"/>
                <a:cs typeface="Verdana" panose="020B0604030504040204" charset="0"/>
              </a:rPr>
              <a:t>solution.work2023@gmail.com</a:t>
            </a:r>
            <a:endParaRPr lang="es-MX" altLang="en-US">
              <a:latin typeface="Verdana" panose="020B0604030504040204" charset="0"/>
              <a:cs typeface="Verdana" panose="020B0604030504040204" charset="0"/>
            </a:endParaRPr>
          </a:p>
        </p:txBody>
      </p:sp>
    </p:spTree>
    <p:custDataLst>
      <p:tags r:id="rId6"/>
    </p:custDataLst>
  </p:cSld>
  <p:clrMapOvr>
    <a:masterClrMapping/>
  </p:clrMapOvr>
  <p:transition/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*i*1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SUBTYPE" val="b"/>
  <p:tag name="KSO_WM_UNIT_PRESET_TEXT" val="署名占位符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3"/>
  <p:tag name="KSO_WM_UNIT_ID" val="_1*f*3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*i*4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3*i*2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3*i*3"/>
  <p:tag name="KSO_WM_UNIT_LAYERLEVEL" val="1"/>
  <p:tag name="KSO_WM_TAG_VERSION" val="3.0"/>
  <p:tag name="KSO_WM_BEAUTIFY_FLAG" val="#wm#"/>
</p:tagLst>
</file>

<file path=ppt/tags/tag18.xml><?xml version="1.0" encoding="utf-8"?>
<p:tagLst xmlns:p="http://schemas.openxmlformats.org/presentationml/2006/main"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4*i*1"/>
  <p:tag name="KSO_WM_UNIT_LAYERLEVEL" val="1"/>
  <p:tag name="KSO_WM_TAG_VERSION" val="3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4*i*2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PRESET_TEXT" val="节编号"/>
  <p:tag name="KSO_WM_UNIT_NOCLEAR" val="0"/>
  <p:tag name="KSO_WM_UNIT_VALUE" val="13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</p:tagLst>
</file>

<file path=ppt/tags/tag28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34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</p:tagLst>
</file>

<file path=ppt/tags/tag35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7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1*i*1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1*i*2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1*i*3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6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TEMPLATE_CATEGORY" val="custom"/>
  <p:tag name="KSO_WM_TEMPLATE_INDEX" val="20233473"/>
</p:tagLst>
</file>

<file path=ppt/tags/tag64.xml><?xml version="1.0" encoding="utf-8"?>
<p:tagLst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VALUE" val="35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1.0"/>
  <p:tag name="KSO_WM_BEAUTIFY_FLAG" val="#wm#"/>
  <p:tag name="KSO_WM_TEMPLATE_CATEGORY" val="custom"/>
  <p:tag name="KSO_WM_TEMPLATE_INDEX" val="20233473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8.xml><?xml version="1.0" encoding="utf-8"?>
<p:tagLst xmlns:p="http://schemas.openxmlformats.org/presentationml/2006/main">
  <p:tag name="KSO_WM_TEMPLATE_THUMBS_INDEX" val="1、9"/>
  <p:tag name="KSO_WM_SPECIAL_SOURCE" val="bdnull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473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1"/>
  <p:tag name="KSO_WM_UNIT_ID" val="_1*i*1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72.xml><?xml version="1.0" encoding="utf-8"?>
<p:tagLst xmlns:p="http://schemas.openxmlformats.org/presentationml/2006/main">
  <p:tag name="KSO_WM_UNIT_ISCONTENTSTITLE" val="0"/>
  <p:tag name="KSO_WM_UNIT_ISNUMDGMTITLE" val="0"/>
  <p:tag name="KSO_WM_UNIT_PRESET_TEXT" val="Click to add subtitle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b"/>
  <p:tag name="KSO_WM_UNIT_INDEX" val="1"/>
  <p:tag name="KSO_WM_UNIT_ID" val="_1*b*1"/>
  <p:tag name="KSO_WM_UNIT_LAYERLEVEL" val="1"/>
  <p:tag name="KSO_WM_TAG_VERSION" val="3.0"/>
  <p:tag name="KSO_WM_BEAUTIFY_FLAG" val="#wm#"/>
</p:tagLst>
</file>

<file path=ppt/tags/tag7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*i*4"/>
  <p:tag name="KSO_WM_UNIT_LAYERLEVEL" val="1"/>
  <p:tag name="KSO_WM_TAG_VERSION" val="3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*i*5"/>
  <p:tag name="KSO_WM_UNIT_LAYERLEVEL" val="1"/>
  <p:tag name="KSO_WM_TAG_VERSION" val="3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*i*6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*i*7"/>
  <p:tag name="KSO_WM_UNIT_LAYERLEVEL" val="1"/>
  <p:tag name="KSO_WM_TAG_VERSION" val="3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1*i*8"/>
  <p:tag name="KSO_WM_UNIT_LAYERLEVEL" val="1"/>
  <p:tag name="KSO_WM_TAG_VERSION" val="3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1*i*9"/>
  <p:tag name="KSO_WM_UNIT_LAYERLEVEL" val="1"/>
  <p:tag name="KSO_WM_TAG_VERSION" val="3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1*i*10"/>
  <p:tag name="KSO_WM_UNIT_LAYERLEVEL" val="1"/>
  <p:tag name="KSO_WM_TAG_VERSION" val="3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1"/>
  <p:tag name="KSO_WM_UNIT_ID" val="_1*i*11"/>
  <p:tag name="KSO_WM_UNIT_LAYERLEVEL" val="1"/>
  <p:tag name="KSO_WM_TAG_VERSION" val="3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2"/>
  <p:tag name="KSO_WM_UNIT_ID" val="_1*i*12"/>
  <p:tag name="KSO_WM_UNIT_LAYERLEVEL" val="1"/>
  <p:tag name="KSO_WM_TAG_VERSION" val="3.0"/>
  <p:tag name="KSO_WM_BEAUTIFY_FLAG" val="#wm#"/>
</p:tagLst>
</file>

<file path=ppt/tags/tag86.xml><?xml version="1.0" encoding="utf-8"?>
<p:tagLst xmlns:p="http://schemas.openxmlformats.org/presentationml/2006/main">
  <p:tag name="KSO_WM_UNIT_SUBTYPE" val="b"/>
  <p:tag name="KSO_WM_UNIT_PRESET_TEXT" val="署名占位符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*f*1"/>
  <p:tag name="KSO_WM_UNIT_LAYERLEVEL" val="1"/>
  <p:tag name="KSO_WM_TAG_VERSION" val="3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3"/>
  <p:tag name="KSO_WM_UNIT_ID" val="_1*i*13"/>
  <p:tag name="KSO_WM_UNIT_LAYERLEVEL" val="1"/>
  <p:tag name="KSO_WM_TAG_VERSION" val="3.0"/>
  <p:tag name="KSO_WM_BEAUTIFY_FLAG" val="#wm#"/>
</p:tagLst>
</file>

<file path=ppt/tags/tag88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8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添加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93.xml><?xml version="1.0" encoding="utf-8"?>
<p:tagLst xmlns:p="http://schemas.openxmlformats.org/presentationml/2006/main">
  <p:tag name="KSO_WM_UNIT_ISCONTENTSTITLE" val="1"/>
  <p:tag name="KSO_WM_UNIT_ISNUMDGMTITLE" val="0"/>
  <p:tag name="KSO_WM_UNIT_PRESET_TEXT" val="目录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3*i*2"/>
  <p:tag name="KSO_WM_UNIT_LAYERLEVEL" val="1"/>
  <p:tag name="KSO_WM_TAG_VERSION" val="3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3*i*3"/>
  <p:tag name="KSO_WM_UNIT_LAYERLEVEL" val="1"/>
  <p:tag name="KSO_WM_TAG_VERSION" val="3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3*i*4"/>
  <p:tag name="KSO_WM_UNIT_LAYERLEVEL" val="1"/>
  <p:tag name="KSO_WM_TAG_VERSION" val="3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3*i*5"/>
  <p:tag name="KSO_WM_UNIT_LAYERLEVEL" val="1"/>
  <p:tag name="KSO_WM_TAG_VERSION" val="3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3*i*6"/>
  <p:tag name="KSO_WM_UNIT_LAYERLEVEL" val="1"/>
  <p:tag name="KSO_WM_TAG_VERSION" val="3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3*i*7"/>
  <p:tag name="KSO_WM_UNIT_LAYERLEVEL" val="1"/>
  <p:tag name="KSO_WM_TAG_VERSION" val="3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3*i*8"/>
  <p:tag name="KSO_WM_UNIT_LAYERLEVEL" val="1"/>
  <p:tag name="KSO_WM_TAG_VERSION" val="3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3*i*9"/>
  <p:tag name="KSO_WM_UNIT_LAYERLEVEL" val="1"/>
  <p:tag name="KSO_WM_TAG_VERSION" val="3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3*i*10"/>
  <p:tag name="KSO_WM_UNIT_LAYERLEVEL" val="1"/>
  <p:tag name="KSO_WM_TAG_VERSION" val="3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1"/>
  <p:tag name="KSO_WM_UNIT_ID" val="_3*i*11"/>
  <p:tag name="KSO_WM_UNIT_LAYERLEVEL" val="1"/>
  <p:tag name="KSO_WM_TAG_VERSION" val="3.0"/>
  <p:tag name="KSO_WM_BEAUTIFY_FLAG" val="#wm#"/>
</p:tagLst>
</file>

<file path=ppt/tags/tag108.xml><?xml version="1.0" encoding="utf-8"?>
<p:tagLst xmlns:p="http://schemas.openxmlformats.org/presentationml/2006/main">
  <p:tag name="KSO_WM_UNIT_ISCONTENTSTITLE" val="0"/>
  <p:tag name="KSO_WM_UNIT_ISNUMDGMTITLE" val="0"/>
  <p:tag name="KSO_WM_UNIT_PRESET_TEXT" val="添加章节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</p:tagLst>
</file>

<file path=ppt/tags/tag109.xml><?xml version="1.0" encoding="utf-8"?>
<p:tagLst xmlns:p="http://schemas.openxmlformats.org/presentationml/2006/main">
  <p:tag name="KSO_WM_UNIT_PRESET_TEXT" val="01"/>
  <p:tag name="KSO_WM_UNIT_NOCLEAR" val="0"/>
  <p:tag name="KSO_WM_UNIT_VALUE" val="6"/>
  <p:tag name="KSO_WM_UNIT_HIGHLIGHT" val="0"/>
  <p:tag name="KSO_WM_UNIT_COMPATIBLE" val="1"/>
  <p:tag name="KSO_WM_UNIT_DIAGRAM_ISNUMVISUAL" val="0"/>
  <p:tag name="KSO_WM_UNIT_DIAGRAM_ISREFERUNIT" val="0"/>
  <p:tag name="KSO_WM_UNIT_CONTENT_GROUP_TYPE" val="contentchip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4*i*29"/>
  <p:tag name="KSO_WM_UNIT_LAYERLEVEL" val="1"/>
  <p:tag name="KSO_WM_TAG_VERSION" val="3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4*i*5"/>
  <p:tag name="KSO_WM_UNIT_LAYERLEVEL" val="1"/>
  <p:tag name="KSO_WM_TAG_VERSION" val="3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4*i*6"/>
  <p:tag name="KSO_WM_UNIT_LAYERLEVEL" val="1"/>
  <p:tag name="KSO_WM_TAG_VERSION" val="3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4*i*7"/>
  <p:tag name="KSO_WM_UNIT_LAYERLEVEL" val="1"/>
  <p:tag name="KSO_WM_TAG_VERSION" val="3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4*i*8"/>
  <p:tag name="KSO_WM_UNIT_LAYERLEVEL" val="1"/>
  <p:tag name="KSO_WM_TAG_VERSION" val="3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4*i*29"/>
  <p:tag name="KSO_WM_UNIT_LAYERLEVEL" val="1"/>
  <p:tag name="KSO_WM_TAG_VERSION" val="3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4*i*29"/>
  <p:tag name="KSO_WM_UNIT_LAYERLEVEL" val="1"/>
  <p:tag name="KSO_WM_TAG_VERSION" val="3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4*i*29"/>
  <p:tag name="KSO_WM_UNIT_LAYERLEVEL" val="1"/>
  <p:tag name="KSO_WM_TAG_VERSION" val="3.0"/>
  <p:tag name="KSO_WM_BEAUTIFY_FLAG" val="#wm#"/>
</p:tagLst>
</file>

<file path=ppt/tags/tag121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</p:tagLst>
</file>

<file path=ppt/tags/tag122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</p:tagLst>
</file>

<file path=ppt/tags/tag123.xml><?xml version="1.0" encoding="utf-8"?>
<p:tagLst xmlns:p="http://schemas.openxmlformats.org/presentationml/2006/main">
  <p:tag name="KSO_WM_UNIT_ISCONTENTSTITLE" val="0"/>
  <p:tag name="KSO_WM_UNIT_ISNUMDGMTITLE" val="0"/>
  <p:tag name="KSO_WM_UNIT_PRESET_TEXT" val="正文页-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27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</p:tagLst>
</file>

<file path=ppt/tags/tag128.xml><?xml version="1.0" encoding="utf-8"?>
<p:tagLst xmlns:p="http://schemas.openxmlformats.org/presentationml/2006/main">
  <p:tag name="KSO_WM_UNIT_TEXT_FILL_FORE_SCHEMECOLOR_INDEX_BRIGHTNESS" val="0.15"/>
  <p:tag name="KSO_WM_UNIT_TEXT_FILL_FORE_SCHEMECOLOR_INDEX" val="13"/>
  <p:tag name="KSO_WM_UNIT_TEXT_FILL_TYPE" val="1"/>
  <p:tag name="KSO_WM_UNIT_ISCONTENTSTITLE" val="0"/>
  <p:tag name="KSO_WM_UNIT_ISNUMDGMTITLE" val="0"/>
  <p:tag name="KSO_WM_UNIT_PRESET_TEXT" val="添加小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129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</p:tagLst>
</file>

<file path=ppt/tags/tag130.xml><?xml version="1.0" encoding="utf-8"?>
<p:tagLst xmlns:p="http://schemas.openxmlformats.org/presentationml/2006/main">
  <p:tag name="KSO_WM_UNIT_TEXT_FILL_FORE_SCHEMECOLOR_INDEX_BRIGHTNESS" val="0.15"/>
  <p:tag name="KSO_WM_UNIT_TEXT_FILL_FORE_SCHEMECOLOR_INDEX" val="13"/>
  <p:tag name="KSO_WM_UNIT_TEXT_FILL_TYPE" val="1"/>
  <p:tag name="KSO_WM_UNIT_ISCONTENTSTITLE" val="0"/>
  <p:tag name="KSO_WM_UNIT_ISNUMDGMTITLE" val="0"/>
  <p:tag name="KSO_WM_UNIT_PRESET_TEXT" val="添加小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131.xml><?xml version="1.0" encoding="utf-8"?>
<p:tagLst xmlns:p="http://schemas.openxmlformats.org/presentationml/2006/main">
  <p:tag name="KSO_WM_UNIT_ISCONTENTSTITLE" val="0"/>
  <p:tag name="KSO_WM_UNIT_ISNUMDGMTITLE" val="0"/>
  <p:tag name="KSO_WM_UNIT_PRESET_TEXT" val="正文页-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</p:tagLst>
</file>

<file path=ppt/tags/tag1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35.xml><?xml version="1.0" encoding="utf-8"?>
<p:tagLst xmlns:p="http://schemas.openxmlformats.org/presentationml/2006/main">
  <p:tag name="KSO_WM_UNIT_ISCONTENTSTITLE" val="0"/>
  <p:tag name="KSO_WM_UNIT_ISNUMDGMTITLE" val="0"/>
  <p:tag name="KSO_WM_UNIT_PRESET_TEXT" val="正文页-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1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42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1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46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ISCONTENTSTITLE" val="0"/>
  <p:tag name="KSO_WM_UNIT_ISNUMDGMTITLE" val="0"/>
  <p:tag name="KSO_WM_UNIT_PRESET_TEXT" val="单击选择预设副标题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</p:tagLst>
</file>

<file path=ppt/tags/tag147.xml><?xml version="1.0" encoding="utf-8"?>
<p:tagLst xmlns:p="http://schemas.openxmlformats.org/presentationml/2006/main">
  <p:tag name="KSO_WM_UNIT_ISCONTENTSTITLE" val="0"/>
  <p:tag name="KSO_WM_UNIT_ISNUMDGMTITLE" val="0"/>
  <p:tag name="KSO_WM_UNIT_PRESET_TEXT" val="正文页-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1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51.xml><?xml version="1.0" encoding="utf-8"?>
<p:tagLst xmlns:p="http://schemas.openxmlformats.org/presentationml/2006/main">
  <p:tag name="KSO_WM_UNIT_ISCONTENTSTITLE" val="0"/>
  <p:tag name="KSO_WM_UNIT_ISNUMDGMTITLE" val="0"/>
  <p:tag name="KSO_WM_UNIT_PRESET_TEXT" val="THANK YOU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</p:tagLst>
</file>

<file path=ppt/tags/tag1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1*i*5"/>
  <p:tag name="KSO_WM_UNIT_LAYERLEVEL" val="1"/>
  <p:tag name="KSO_WM_TAG_VERSION" val="3.0"/>
  <p:tag name="KSO_WM_BEAUTIFY_FLAG" val="#wm#"/>
</p:tagLst>
</file>

<file path=ppt/tags/tag1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1*i*6"/>
  <p:tag name="KSO_WM_UNIT_LAYERLEVEL" val="1"/>
  <p:tag name="KSO_WM_TAG_VERSION" val="3.0"/>
  <p:tag name="KSO_WM_BEAUTIFY_FLAG" val="#wm#"/>
</p:tagLst>
</file>

<file path=ppt/tags/tag1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1*i*7"/>
  <p:tag name="KSO_WM_UNIT_LAYERLEVEL" val="1"/>
  <p:tag name="KSO_WM_TAG_VERSION" val="3.0"/>
  <p:tag name="KSO_WM_BEAUTIFY_FLAG" val="#wm#"/>
</p:tagLst>
</file>

<file path=ppt/tags/tag1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5"/>
  <p:tag name="KSO_WM_UNIT_ID" val="_11*i*15"/>
  <p:tag name="KSO_WM_UNIT_LAYERLEVEL" val="1"/>
  <p:tag name="KSO_WM_TAG_VERSION" val="3.0"/>
  <p:tag name="KSO_WM_BEAUTIFY_FLAG" val="#wm#"/>
</p:tagLst>
</file>

<file path=ppt/tags/tag1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1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1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1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11*i*29"/>
  <p:tag name="KSO_WM_UNIT_LAYERLEVEL" val="1"/>
  <p:tag name="KSO_WM_TAG_VERSION" val="3.0"/>
  <p:tag name="KSO_WM_BEAUTIFY_FLAG" val="#wm#"/>
</p:tagLst>
</file>

<file path=ppt/tags/tag1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11*i*9"/>
  <p:tag name="KSO_WM_UNIT_LAYERLEVEL" val="1"/>
  <p:tag name="KSO_WM_TAG_VERSION" val="3.0"/>
  <p:tag name="KSO_WM_BEAUTIFY_FLAG" val="#wm#"/>
</p:tagLst>
</file>

<file path=ppt/tags/tag1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11*i*10"/>
  <p:tag name="KSO_WM_UNIT_LAYERLEVEL" val="1"/>
  <p:tag name="KSO_WM_TAG_VERSION" val="3.0"/>
  <p:tag name="KSO_WM_BEAUTIFY_FLAG" val="#wm#"/>
</p:tagLst>
</file>

<file path=ppt/tags/tag1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1"/>
  <p:tag name="KSO_WM_UNIT_ID" val="_11*i*11"/>
  <p:tag name="KSO_WM_UNIT_LAYERLEVEL" val="1"/>
  <p:tag name="KSO_WM_TAG_VERSION" val="3.0"/>
  <p:tag name="KSO_WM_BEAUTIFY_FLAG" val="#wm#"/>
</p:tagLst>
</file>

<file path=ppt/tags/tag1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2"/>
  <p:tag name="KSO_WM_UNIT_ID" val="_11*i*12"/>
  <p:tag name="KSO_WM_UNIT_LAYERLEVEL" val="1"/>
  <p:tag name="KSO_WM_TAG_VERSION" val="3.0"/>
  <p:tag name="KSO_WM_BEAUTIFY_FLAG" val="#wm#"/>
</p:tagLst>
</file>

<file path=ppt/tags/tag1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11*i*29"/>
  <p:tag name="KSO_WM_UNIT_LAYERLEVEL" val="1"/>
  <p:tag name="KSO_WM_TAG_VERSION" val="3.0"/>
  <p:tag name="KSO_WM_BEAUTIFY_FLAG" val="#wm#"/>
</p:tagLst>
</file>

<file path=ppt/tags/tag1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11*i*29"/>
  <p:tag name="KSO_WM_UNIT_LAYERLEVEL" val="1"/>
  <p:tag name="KSO_WM_TAG_VERSION" val="3.0"/>
  <p:tag name="KSO_WM_BEAUTIFY_FLAG" val="#wm#"/>
</p:tagLst>
</file>

<file path=ppt/tags/tag1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11*i*29"/>
  <p:tag name="KSO_WM_UNIT_LAYERLEVEL" val="1"/>
  <p:tag name="KSO_WM_TAG_VERSION" val="3.0"/>
  <p:tag name="KSO_WM_BEAUTIFY_FLAG" val="#wm#"/>
</p:tagLst>
</file>

<file path=ppt/tags/tag167.xml><?xml version="1.0" encoding="utf-8"?>
<p:tagLst xmlns:p="http://schemas.openxmlformats.org/presentationml/2006/main">
  <p:tag name="KSO_WM_UNIT_SUBTYPE" val="b"/>
  <p:tag name="KSO_WM_UNIT_PRESET_TEXT" val="署名占位符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1*f*1"/>
  <p:tag name="KSO_WM_UNIT_LAYERLEVEL" val="1"/>
  <p:tag name="KSO_WM_TAG_VERSION" val="3.0"/>
  <p:tag name="KSO_WM_BEAUTIFY_FLAG" val="#wm#"/>
</p:tagLst>
</file>

<file path=ppt/tags/tag1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71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564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3.0"/>
  <p:tag name="KSO_WM_BEAUTIFY_FLAG" val="#wm#"/>
  <p:tag name="KSO_WM_TEMPLATE_CATEGORY" val="custom"/>
  <p:tag name="KSO_WM_TEMPLATE_INDEX" val="20233411"/>
</p:tagLst>
</file>

<file path=ppt/tags/tag17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TEMPLATE_CATEGORY" val="custom"/>
  <p:tag name="KSO_WM_TEMPLATE_INDEX" val="20233411"/>
</p:tagLst>
</file>

<file path=ppt/tags/tag173.xml><?xml version="1.0" encoding="utf-8"?>
<p:tagLst xmlns:p="http://schemas.openxmlformats.org/presentationml/2006/main">
  <p:tag name="KSO_WM_SPECIAL_SOURCE" val="bdnull"/>
  <p:tag name="KSO_WM_TEMPLATE_THUMBS_INDEX" val="1、11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411"/>
</p:tagLst>
</file>

<file path=ppt/tags/tag1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*i*1"/>
  <p:tag name="KSO_WM_UNIT_LAYERLEVEL" val="1"/>
  <p:tag name="KSO_WM_TAG_VERSION" val="3.0"/>
  <p:tag name="KSO_WM_BEAUTIFY_FLAG" val="#wm#"/>
</p:tagLst>
</file>

<file path=ppt/tags/tag1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1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1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*i*4"/>
  <p:tag name="KSO_WM_UNIT_LAYERLEVEL" val="1"/>
  <p:tag name="KSO_WM_TAG_VERSION" val="3.0"/>
  <p:tag name="KSO_WM_BEAUTIFY_FLAG" val="#wm#"/>
</p:tagLst>
</file>

<file path=ppt/tags/tag1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*i*5"/>
  <p:tag name="KSO_WM_UNIT_LAYERLEVEL" val="1"/>
  <p:tag name="KSO_WM_TAG_VERSION" val="3.0"/>
  <p:tag name="KSO_WM_BEAUTIFY_FLAG" val="#wm#"/>
</p:tagLst>
</file>

<file path=ppt/tags/tag1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*i*6"/>
  <p:tag name="KSO_WM_UNIT_LAYERLEVEL" val="1"/>
  <p:tag name="KSO_WM_TAG_VERSION" val="3.0"/>
  <p:tag name="KSO_WM_BEAUTIFY_FLAG" val="#wm#"/>
</p:tagLst>
</file>

<file path=ppt/tags/tag1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*i*7"/>
  <p:tag name="KSO_WM_UNIT_LAYERLEVEL" val="1"/>
  <p:tag name="KSO_WM_TAG_VERSION" val="3.0"/>
  <p:tag name="KSO_WM_BEAUTIFY_FLAG" val="#wm#"/>
</p:tagLst>
</file>

<file path=ppt/tags/tag181.xml><?xml version="1.0" encoding="utf-8"?>
<p:tagLst xmlns:p="http://schemas.openxmlformats.org/presentationml/2006/main">
  <p:tag name="KSO_WM_UNIT_SUBTYPE" val="b"/>
  <p:tag name="KSO_WM_UNIT_PRESET_TEXT" val="汇报人：稻小壳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*f*1"/>
  <p:tag name="KSO_WM_UNIT_LAYERLEVEL" val="1"/>
  <p:tag name="KSO_WM_TAG_VERSION" val="3.0"/>
  <p:tag name="KSO_WM_BEAUTIFY_FLAG" val="#wm#"/>
</p:tagLst>
</file>

<file path=ppt/tags/tag18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36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*b*1"/>
  <p:tag name="KSO_WM_UNIT_LAYERLEVEL" val="1"/>
  <p:tag name="KSO_WM_TAG_VERSION" val="3.0"/>
  <p:tag name="KSO_WM_BEAUTIFY_FLAG" val="#wm#"/>
</p:tagLst>
</file>

<file path=ppt/tags/tag18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1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9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91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  <p:tag name="KSO_WM_BEAUTIFY_FLAG" val="#wm#"/>
</p:tagLst>
</file>

<file path=ppt/tags/tag1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3*i*2"/>
  <p:tag name="KSO_WM_UNIT_LAYERLEVEL" val="1"/>
  <p:tag name="KSO_WM_TAG_VERSION" val="3.0"/>
  <p:tag name="KSO_WM_BEAUTIFY_FLAG" val="#wm#"/>
</p:tagLst>
</file>

<file path=ppt/tags/tag1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3*i*3"/>
  <p:tag name="KSO_WM_UNIT_LAYERLEVEL" val="1"/>
  <p:tag name="KSO_WM_TAG_VERSION" val="3.0"/>
  <p:tag name="KSO_WM_BEAUTIFY_FLAG" val="#wm#"/>
</p:tagLst>
</file>

<file path=ppt/tags/tag1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3*i*4"/>
  <p:tag name="KSO_WM_UNIT_LAYERLEVEL" val="1"/>
  <p:tag name="KSO_WM_TAG_VERSION" val="3.0"/>
  <p:tag name="KSO_WM_BEAUTIFY_FLAG" val="#wm#"/>
</p:tagLst>
</file>

<file path=ppt/tags/tag196.xml><?xml version="1.0" encoding="utf-8"?>
<p:tagLst xmlns:p="http://schemas.openxmlformats.org/presentationml/2006/main">
  <p:tag name="KSO_WM_UNIT_ISCONTENTSTITLE" val="1"/>
  <p:tag name="KSO_WM_UNIT_ISNUMDGMTITLE" val="0"/>
  <p:tag name="KSO_WM_UNIT_PRESET_TEXT" val="目录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1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4*i*1"/>
  <p:tag name="KSO_WM_UNIT_LAYERLEVEL" val="1"/>
  <p:tag name="KSO_WM_TAG_VERSION" val="3.0"/>
  <p:tag name="KSO_WM_BEAUTIFY_FLAG" val="#wm#"/>
</p:tagLst>
</file>

<file path=ppt/tags/tag2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4*i*2"/>
  <p:tag name="KSO_WM_UNIT_LAYERLEVEL" val="1"/>
  <p:tag name="KSO_WM_TAG_VERSION" val="3.0"/>
  <p:tag name="KSO_WM_BEAUTIFY_FLAG" val="#wm#"/>
</p:tagLst>
</file>

<file path=ppt/tags/tag2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4*i*3"/>
  <p:tag name="KSO_WM_UNIT_LAYERLEVEL" val="1"/>
  <p:tag name="KSO_WM_TAG_VERSION" val="3.0"/>
  <p:tag name="KSO_WM_BEAUTIFY_FLAG" val="#wm#"/>
</p:tagLst>
</file>

<file path=ppt/tags/tag2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4*i*4"/>
  <p:tag name="KSO_WM_UNIT_LAYERLEVEL" val="1"/>
  <p:tag name="KSO_WM_TAG_VERSION" val="3.0"/>
  <p:tag name="KSO_WM_BEAUTIFY_FLAG" val="#wm#"/>
</p:tagLst>
</file>

<file path=ppt/tags/tag2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4*i*5"/>
  <p:tag name="KSO_WM_UNIT_LAYERLEVEL" val="1"/>
  <p:tag name="KSO_WM_TAG_VERSION" val="3.0"/>
  <p:tag name="KSO_WM_BEAUTIFY_FLAG" val="#wm#"/>
</p:tagLst>
</file>

<file path=ppt/tags/tag205.xml><?xml version="1.0" encoding="utf-8"?>
<p:tagLst xmlns:p="http://schemas.openxmlformats.org/presentationml/2006/main">
  <p:tag name="KSO_WM_UNIT_PRESET_TEXT" val="PART ONE"/>
  <p:tag name="KSO_WM_UNIT_NOCLEAR" val="0"/>
  <p:tag name="KSO_WM_UNIT_VALUE" val="6"/>
  <p:tag name="KSO_WM_UNIT_HIGHLIGHT" val="0"/>
  <p:tag name="KSO_WM_UNIT_COMPATIBLE" val="1"/>
  <p:tag name="KSO_WM_UNIT_DIAGRAM_ISNUMVISUAL" val="0"/>
  <p:tag name="KSO_WM_UNIT_DIAGRAM_ISREFERUNIT" val="0"/>
  <p:tag name="KSO_WM_UNIT_CONTENT_GROUP_TYPE" val="contentchip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</p:tagLst>
</file>

<file path=ppt/tags/tag206.xml><?xml version="1.0" encoding="utf-8"?>
<p:tagLst xmlns:p="http://schemas.openxmlformats.org/presentationml/2006/main">
  <p:tag name="KSO_WM_UNIT_ISCONTENTSTITLE" val="0"/>
  <p:tag name="KSO_WM_UNIT_ISNUMDGMTITLE" val="0"/>
  <p:tag name="KSO_WM_UNIT_PRESET_TEXT" val="添加章节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</p:tagLst>
</file>

<file path=ppt/tags/tag2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2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2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21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214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</p:tagLst>
</file>

<file path=ppt/tags/tag215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</p:tagLst>
</file>

<file path=ppt/tags/tag2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2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2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21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</p:tagLst>
</file>

<file path=ppt/tags/tag22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221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</p:tagLst>
</file>

<file path=ppt/tags/tag22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223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</p:tagLst>
</file>

<file path=ppt/tags/tag2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2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2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22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2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2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2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2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2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2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234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2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2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2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238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23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</p:tagLst>
</file>

<file path=ppt/tags/tag2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1*i*1"/>
  <p:tag name="KSO_WM_UNIT_LAYERLEVEL" val="1"/>
  <p:tag name="KSO_WM_TAG_VERSION" val="3.0"/>
  <p:tag name="KSO_WM_BEAUTIFY_FLAG" val="#wm#"/>
</p:tagLst>
</file>

<file path=ppt/tags/tag2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1*i*2"/>
  <p:tag name="KSO_WM_UNIT_LAYERLEVEL" val="1"/>
  <p:tag name="KSO_WM_TAG_VERSION" val="3.0"/>
  <p:tag name="KSO_WM_BEAUTIFY_FLAG" val="#wm#"/>
</p:tagLst>
</file>

<file path=ppt/tags/tag2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1*i*3"/>
  <p:tag name="KSO_WM_UNIT_LAYERLEVEL" val="1"/>
  <p:tag name="KSO_WM_TAG_VERSION" val="3.0"/>
  <p:tag name="KSO_WM_BEAUTIFY_FLAG" val="#wm#"/>
</p:tagLst>
</file>

<file path=ppt/tags/tag2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1*i*4"/>
  <p:tag name="KSO_WM_UNIT_LAYERLEVEL" val="1"/>
  <p:tag name="KSO_WM_TAG_VERSION" val="3.0"/>
  <p:tag name="KSO_WM_BEAUTIFY_FLAG" val="#wm#"/>
</p:tagLst>
</file>

<file path=ppt/tags/tag2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1*i*5"/>
  <p:tag name="KSO_WM_UNIT_LAYERLEVEL" val="1"/>
  <p:tag name="KSO_WM_TAG_VERSION" val="3.0"/>
  <p:tag name="KSO_WM_BEAUTIFY_FLAG" val="#wm#"/>
</p:tagLst>
</file>

<file path=ppt/tags/tag2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1*i*6"/>
  <p:tag name="KSO_WM_UNIT_LAYERLEVEL" val="1"/>
  <p:tag name="KSO_WM_TAG_VERSION" val="3.0"/>
  <p:tag name="KSO_WM_BEAUTIFY_FLAG" val="#wm#"/>
</p:tagLst>
</file>

<file path=ppt/tags/tag2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1*i*7"/>
  <p:tag name="KSO_WM_UNIT_LAYERLEVEL" val="1"/>
  <p:tag name="KSO_WM_TAG_VERSION" val="3.0"/>
  <p:tag name="KSO_WM_BEAUTIFY_FLAG" val="#wm#"/>
</p:tagLst>
</file>

<file path=ppt/tags/tag247.xml><?xml version="1.0" encoding="utf-8"?>
<p:tagLst xmlns:p="http://schemas.openxmlformats.org/presentationml/2006/main">
  <p:tag name="KSO_WM_UNIT_ISCONTENTSTITLE" val="0"/>
  <p:tag name="KSO_WM_UNIT_ISNUMDGMTITLE" val="0"/>
  <p:tag name="KSO_WM_UNIT_PRESET_TEXT" val="THANK YOU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</p:tagLst>
</file>

<file path=ppt/tags/tag248.xml><?xml version="1.0" encoding="utf-8"?>
<p:tagLst xmlns:p="http://schemas.openxmlformats.org/presentationml/2006/main">
  <p:tag name="KSO_WM_UNIT_SUBTYPE" val="b"/>
  <p:tag name="KSO_WM_UNIT_PRESET_TEXT" val="汇报人：稻小壳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1*f*1"/>
  <p:tag name="KSO_WM_UNIT_LAYERLEVEL" val="1"/>
  <p:tag name="KSO_WM_TAG_VERSION" val="3.0"/>
  <p:tag name="KSO_WM_BEAUTIFY_FLAG" val="#wm#"/>
</p:tagLst>
</file>

<file path=ppt/tags/tag2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2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2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2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0*i*1"/>
  <p:tag name="KSO_WM_UNIT_LAYERLEVEL" val="1"/>
  <p:tag name="KSO_WM_TAG_VERSION" val="3.0"/>
  <p:tag name="KSO_WM_BEAUTIFY_FLAG" val="#wm#"/>
</p:tagLst>
</file>

<file path=ppt/tags/tag2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2"/>
  <p:tag name="KSO_WM_UNIT_ID" val="_0*i*2"/>
  <p:tag name="KSO_WM_UNIT_LAYERLEVEL" val="1"/>
  <p:tag name="KSO_WM_TAG_VERSION" val="3.0"/>
  <p:tag name="KSO_WM_BEAUTIFY_FLAG" val="#wm#"/>
</p:tagLst>
</file>

<file path=ppt/tags/tag2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3"/>
  <p:tag name="KSO_WM_UNIT_ID" val="_0*i*3"/>
  <p:tag name="KSO_WM_UNIT_LAYERLEVEL" val="1"/>
  <p:tag name="KSO_WM_TAG_VERSION" val="3.0"/>
  <p:tag name="KSO_WM_BEAUTIFY_FLAG" val="#wm#"/>
</p:tagLst>
</file>

<file path=ppt/tags/tag2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6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TEMPLATE_CATEGORY" val="custom"/>
  <p:tag name="KSO_WM_TEMPLATE_INDEX" val="20237982"/>
</p:tagLst>
</file>

<file path=ppt/tags/tag263.xml><?xml version="1.0" encoding="utf-8"?>
<p:tagLst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1.0"/>
  <p:tag name="KSO_WM_BEAUTIFY_FLAG" val="#wm#"/>
  <p:tag name="KSO_WM_TEMPLATE_CATEGORY" val="custom"/>
  <p:tag name="KSO_WM_TEMPLATE_INDEX" val="20237982"/>
</p:tagLst>
</file>

<file path=ppt/tags/tag264.xml><?xml version="1.0" encoding="utf-8"?>
<p:tagLst xmlns:p="http://schemas.openxmlformats.org/presentationml/2006/main">
  <p:tag name="KSO_WM_TEMPLATE_THUMBS_INDEX" val="1、9"/>
  <p:tag name="KSO_WM_SPECIAL_SOURCE" val="bdnull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7982"/>
</p:tagLst>
</file>

<file path=ppt/tags/tag265.xml><?xml version="1.0" encoding="utf-8"?>
<p:tagLst xmlns:p="http://schemas.openxmlformats.org/presentationml/2006/main">
  <p:tag name="KSO_WM_SPECIAL_SOURCE" val="bdnull"/>
  <p:tag name="KSO_WM_SLIDE_CONTENT_AREA" val="{&quot;left&quot;:&quot;224.75&quot;,&quot;top&quot;:&quot;58.35&quot;,&quot;width&quot;:&quot;719.95&quot;,&quot;height&quot;:&quot;296.25&quot;}"/>
  <p:tag name="KSO_WM_SLIDE_ID" val="custom20233411_9"/>
  <p:tag name="KSO_WM_TEMPLATE_SUBCATEGORY" val="29"/>
  <p:tag name="KSO_WM_TEMPLATE_MASTER_TYPE" val="0"/>
  <p:tag name="KSO_WM_TEMPLATE_COLOR_TYPE" val="0"/>
  <p:tag name="KSO_WM_SLIDE_TYPE" val="sectionTitl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3411"/>
  <p:tag name="KSO_WM_SLIDE_LAYOUT" val="a_e"/>
  <p:tag name="KSO_WM_SLIDE_LAYOUT_CNT" val="1_1"/>
</p:tagLst>
</file>

<file path=ppt/tags/tag26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1"/>
  <p:tag name="KSO_WM_TEMPLATE_INDEX" val="20238254"/>
  <p:tag name="KSO_WM_UNIT_ID" val="custom20238254_1*a*1"/>
  <p:tag name="KSO_WM_UNIT_PRESET_TEXT" val="Your title here"/>
</p:tagLst>
</file>

<file path=ppt/tags/tag267.xml><?xml version="1.0" encoding="utf-8"?>
<p:tagLst xmlns:p="http://schemas.openxmlformats.org/presentationml/2006/main">
  <p:tag name="KSO_WM_TEMPLATE_THUMBS_INDEX" val="1、9"/>
  <p:tag name="KSO_WM_SPECIAL_SOURCE" val="bdnull"/>
  <p:tag name="KSO_WM_SLIDE_ID" val="custom20233473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3473"/>
  <p:tag name="KSO_WM_SLIDE_LAYOUT" val="a_f"/>
  <p:tag name="KSO_WM_SLIDE_LAYOUT_CNT" val="1_1"/>
</p:tagLst>
</file>

<file path=ppt/tags/tag26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1"/>
  <p:tag name="KSO_WM_TEMPLATE_INDEX" val="20238254"/>
  <p:tag name="KSO_WM_UNIT_ID" val="custom20238254_1*a*1"/>
  <p:tag name="KSO_WM_UNIT_PRESET_TEXT" val="Your title here"/>
</p:tagLst>
</file>

<file path=ppt/tags/tag269.xml><?xml version="1.0" encoding="utf-8"?>
<p:tagLst xmlns:p="http://schemas.openxmlformats.org/presentationml/2006/main">
  <p:tag name="KSO_WM_TEMPLATE_THUMBS_INDEX" val="1、9"/>
  <p:tag name="KSO_WM_SPECIAL_SOURCE" val="bdnull"/>
  <p:tag name="KSO_WM_SLIDE_ID" val="custom20233473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3473"/>
  <p:tag name="KSO_WM_SLIDE_LAYOUT" val="a_f"/>
  <p:tag name="KSO_WM_SLIDE_LAYOUT_CNT" val="1_1"/>
</p:tagLst>
</file>

<file path=ppt/tags/tag270.xml><?xml version="1.0" encoding="utf-8"?>
<p:tagLst xmlns:p="http://schemas.openxmlformats.org/presentationml/2006/main">
  <p:tag name="KSO_WM_BEAUTIFY_FLAG" val="#wm#"/>
  <p:tag name="KSO_WM_UNIT_VALUE" val="1904*151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d"/>
  <p:tag name="KSO_WM_UNIT_INDEX" val="1"/>
  <p:tag name="KSO_WM_UNIT_ID" val="custom20238254_1*d*1"/>
  <p:tag name="KSO_WM_TEMPLATE_CATEGORY" val="custom"/>
  <p:tag name="KSO_WM_TEMPLATE_INDEX" val="20238254"/>
  <p:tag name="KSO_WM_UNIT_LAYERLEVEL" val="1"/>
  <p:tag name="KSO_WM_TAG_VERSION" val="3.0"/>
  <p:tag name="KSO_WM_UNIT_LINE_FORE_SCHEMECOLOR_INDEX" val="1"/>
  <p:tag name="KSO_WM_UNIT_LINE_FILL_TYPE" val="2"/>
  <p:tag name="KSO_WM_UNIT_USESOURCEFORMAT_APPLY" val="1"/>
</p:tagLst>
</file>

<file path=ppt/tags/tag27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1"/>
  <p:tag name="KSO_WM_TEMPLATE_INDEX" val="20238254"/>
  <p:tag name="KSO_WM_UNIT_ID" val="custom20238254_1*a*1"/>
  <p:tag name="KSO_WM_UNIT_PRESET_TEXT" val="Your title here"/>
</p:tagLst>
</file>

<file path=ppt/tags/tag272.xml><?xml version="1.0" encoding="utf-8"?>
<p:tagLst xmlns:p="http://schemas.openxmlformats.org/presentationml/2006/main">
  <p:tag name="KSO_WM_TEMPLATE_MASTER_TYPE" val="0"/>
  <p:tag name="KSO_WM_TEMPLATE_COLOR_TYPE" val="0"/>
  <p:tag name="KSO_WM_BEAUTIFY_FLAG" val="#wm#"/>
  <p:tag name="KSO_WM_TEMPLATE_CATEGORY" val="custom"/>
  <p:tag name="KSO_WM_SLIDE_TYPE" val="text"/>
  <p:tag name="KSO_WM_SLIDE_SUBTYPE" val="picTxt"/>
  <p:tag name="KSO_WM_SLIDE_SIZE" val="414.6*361.249"/>
  <p:tag name="KSO_WM_SLIDE_POSITION" val="54.7*125.201"/>
  <p:tag name="KSO_WM_SLIDE_LAYOUT" val="a_d_l"/>
  <p:tag name="KSO_WM_SLIDE_LAYOUT_CNT" val="1_1_1"/>
  <p:tag name="KSO_WM_SPECIAL_SOURCE" val="bdnull"/>
  <p:tag name="KSO_WM_DIAGRAM_GROUP_CODE" val="l1-1"/>
  <p:tag name="KSO_WM_SLIDE_DIAGTYPE" val="l"/>
  <p:tag name="KSO_WM_TEMPLATE_INDEX" val="20238254"/>
  <p:tag name="KSO_WM_TEMPLATE_SUBCATEGORY" val="0"/>
  <p:tag name="KSO_WM_SLIDE_INDEX" val="1"/>
  <p:tag name="KSO_WM_TAG_VERSION" val="3.0"/>
  <p:tag name="KSO_WM_SLIDE_ID" val="custom20238254_1"/>
  <p:tag name="KSO_WM_SLIDE_ITEM_CNT" val="3"/>
</p:tagLst>
</file>

<file path=ppt/tags/tag27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1"/>
  <p:tag name="KSO_WM_TEMPLATE_INDEX" val="20238254"/>
  <p:tag name="KSO_WM_UNIT_ID" val="custom20238254_1*a*1"/>
  <p:tag name="KSO_WM_UNIT_PRESET_TEXT" val="Your title here"/>
</p:tagLst>
</file>

<file path=ppt/tags/tag274.xml><?xml version="1.0" encoding="utf-8"?>
<p:tagLst xmlns:p="http://schemas.openxmlformats.org/presentationml/2006/main">
  <p:tag name="KSO_WM_SPECIAL_SOURCE" val="bdnull"/>
  <p:tag name="KSO_WM_SLIDE_CONTENT_AREA" val="{&quot;left&quot;:&quot;224.75&quot;,&quot;top&quot;:&quot;58.35&quot;,&quot;width&quot;:&quot;719.95&quot;,&quot;height&quot;:&quot;296.25&quot;}"/>
  <p:tag name="KSO_WM_SLIDE_ID" val="custom20233411_9"/>
  <p:tag name="KSO_WM_TEMPLATE_SUBCATEGORY" val="29"/>
  <p:tag name="KSO_WM_TEMPLATE_MASTER_TYPE" val="0"/>
  <p:tag name="KSO_WM_TEMPLATE_COLOR_TYPE" val="0"/>
  <p:tag name="KSO_WM_SLIDE_TYPE" val="sectionTitl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3411"/>
  <p:tag name="KSO_WM_SLIDE_LAYOUT" val="a_e"/>
  <p:tag name="KSO_WM_SLIDE_LAYOUT_CNT" val="1_1"/>
</p:tagLst>
</file>

<file path=ppt/tags/tag27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1"/>
  <p:tag name="KSO_WM_TEMPLATE_INDEX" val="20238254"/>
  <p:tag name="KSO_WM_UNIT_ID" val="custom20238254_1*a*1"/>
  <p:tag name="KSO_WM_UNIT_PRESET_TEXT" val="Your title here"/>
</p:tagLst>
</file>

<file path=ppt/tags/tag276.xml><?xml version="1.0" encoding="utf-8"?>
<p:tagLst xmlns:p="http://schemas.openxmlformats.org/presentationml/2006/main">
  <p:tag name="KSO_WM_TEMPLATE_THUMBS_INDEX" val="1、9"/>
  <p:tag name="KSO_WM_SPECIAL_SOURCE" val="bdnull"/>
  <p:tag name="KSO_WM_SLIDE_ID" val="custom20233473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3473"/>
  <p:tag name="KSO_WM_SLIDE_LAYOUT" val="a_f"/>
  <p:tag name="KSO_WM_SLIDE_LAYOUT_CNT" val="1_1"/>
</p:tagLst>
</file>

<file path=ppt/tags/tag27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1"/>
  <p:tag name="KSO_WM_TEMPLATE_INDEX" val="20238254"/>
  <p:tag name="KSO_WM_UNIT_ID" val="custom20238254_1*a*1"/>
  <p:tag name="KSO_WM_UNIT_PRESET_TEXT" val="Your title here"/>
</p:tagLst>
</file>

<file path=ppt/tags/tag278.xml><?xml version="1.0" encoding="utf-8"?>
<p:tagLst xmlns:p="http://schemas.openxmlformats.org/presentationml/2006/main">
  <p:tag name="KSO_WM_SPECIAL_SOURCE" val="bdnull"/>
  <p:tag name="KSO_WM_SLIDE_CONTENT_AREA" val="{&quot;left&quot;:&quot;224.75&quot;,&quot;top&quot;:&quot;58.35&quot;,&quot;width&quot;:&quot;719.95&quot;,&quot;height&quot;:&quot;296.25&quot;}"/>
  <p:tag name="KSO_WM_SLIDE_ID" val="custom20233411_9"/>
  <p:tag name="KSO_WM_TEMPLATE_SUBCATEGORY" val="29"/>
  <p:tag name="KSO_WM_TEMPLATE_MASTER_TYPE" val="0"/>
  <p:tag name="KSO_WM_TEMPLATE_COLOR_TYPE" val="0"/>
  <p:tag name="KSO_WM_SLIDE_TYPE" val="sectionTitl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3411"/>
  <p:tag name="KSO_WM_SLIDE_LAYOUT" val="a_e"/>
  <p:tag name="KSO_WM_SLIDE_LAYOUT_CNT" val="1_1"/>
</p:tagLst>
</file>

<file path=ppt/tags/tag279.xml><?xml version="1.0" encoding="utf-8"?>
<p:tagLst xmlns:p="http://schemas.openxmlformats.org/presentationml/2006/main">
  <p:tag name="KSO_WM_BEAUTIFY_FLAG" val="#wm#"/>
  <p:tag name="KSO_WM_UNIT_VALUE" val="1904*151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d"/>
  <p:tag name="KSO_WM_UNIT_INDEX" val="1"/>
  <p:tag name="KSO_WM_UNIT_ID" val="custom20238254_1*d*1"/>
  <p:tag name="KSO_WM_TEMPLATE_CATEGORY" val="custom"/>
  <p:tag name="KSO_WM_TEMPLATE_INDEX" val="20238254"/>
  <p:tag name="KSO_WM_UNIT_LAYERLEVEL" val="1"/>
  <p:tag name="KSO_WM_TAG_VERSION" val="3.0"/>
  <p:tag name="KSO_WM_UNIT_LINE_FORE_SCHEMECOLOR_INDEX" val="1"/>
  <p:tag name="KSO_WM_UNIT_LINE_FILL_TYPE" val="2"/>
  <p:tag name="KSO_WM_UNIT_USESOURCEFORMAT_APPLY" val="1"/>
</p:tagLst>
</file>

<file path=ppt/tags/tag28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1"/>
  <p:tag name="KSO_WM_TEMPLATE_INDEX" val="20238254"/>
  <p:tag name="KSO_WM_UNIT_ID" val="custom20238254_1*a*1"/>
  <p:tag name="KSO_WM_UNIT_PRESET_TEXT" val="Your title here"/>
</p:tagLst>
</file>

<file path=ppt/tags/tag281.xml><?xml version="1.0" encoding="utf-8"?>
<p:tagLst xmlns:p="http://schemas.openxmlformats.org/presentationml/2006/main">
  <p:tag name="KSO_WM_TEMPLATE_MASTER_TYPE" val="0"/>
  <p:tag name="KSO_WM_TEMPLATE_COLOR_TYPE" val="0"/>
  <p:tag name="KSO_WM_BEAUTIFY_FLAG" val="#wm#"/>
  <p:tag name="KSO_WM_TEMPLATE_CATEGORY" val="custom"/>
  <p:tag name="KSO_WM_SLIDE_TYPE" val="text"/>
  <p:tag name="KSO_WM_SLIDE_SUBTYPE" val="picTxt"/>
  <p:tag name="KSO_WM_SLIDE_SIZE" val="414.6*361.249"/>
  <p:tag name="KSO_WM_SLIDE_POSITION" val="54.7*125.201"/>
  <p:tag name="KSO_WM_SLIDE_LAYOUT" val="a_d_l"/>
  <p:tag name="KSO_WM_SLIDE_LAYOUT_CNT" val="1_1_1"/>
  <p:tag name="KSO_WM_SPECIAL_SOURCE" val="bdnull"/>
  <p:tag name="KSO_WM_DIAGRAM_GROUP_CODE" val="l1-1"/>
  <p:tag name="KSO_WM_SLIDE_DIAGTYPE" val="l"/>
  <p:tag name="KSO_WM_TEMPLATE_INDEX" val="20238254"/>
  <p:tag name="KSO_WM_TEMPLATE_SUBCATEGORY" val="0"/>
  <p:tag name="KSO_WM_SLIDE_INDEX" val="1"/>
  <p:tag name="KSO_WM_TAG_VERSION" val="3.0"/>
  <p:tag name="KSO_WM_SLIDE_ID" val="custom20238254_1"/>
  <p:tag name="KSO_WM_SLIDE_ITEM_CNT" val="3"/>
</p:tagLst>
</file>

<file path=ppt/theme/theme1.xml><?xml version="1.0" encoding="utf-8"?>
<a:theme xmlns:a="http://schemas.openxmlformats.org/drawingml/2006/main" name="Office Theme">
  <a:themeElements>
    <a:clrScheme name="紫金">
      <a:dk1>
        <a:srgbClr val="000000"/>
      </a:dk1>
      <a:lt1>
        <a:srgbClr val="FFFFFF"/>
      </a:lt1>
      <a:dk2>
        <a:srgbClr val="140831"/>
      </a:dk2>
      <a:lt2>
        <a:srgbClr val="ECE6FA"/>
      </a:lt2>
      <a:accent1>
        <a:srgbClr val="D9AB7D"/>
      </a:accent1>
      <a:accent2>
        <a:srgbClr val="27125A"/>
      </a:accent2>
      <a:accent3>
        <a:srgbClr val="63489A"/>
      </a:accent3>
      <a:accent4>
        <a:srgbClr val="FF8001"/>
      </a:accent4>
      <a:accent5>
        <a:srgbClr val="4B4BE5"/>
      </a:accent5>
      <a:accent6>
        <a:srgbClr val="29D5AF"/>
      </a:accent6>
      <a:hlink>
        <a:srgbClr val="0563C1"/>
      </a:hlink>
      <a:folHlink>
        <a:srgbClr val="954F72"/>
      </a:folHlink>
    </a:clrScheme>
    <a:fontScheme name="字体-简约">
      <a:majorFont>
        <a:latin typeface="Manrope ExtraBold"/>
        <a:ea typeface="Manrope ExtraBold"/>
        <a:cs typeface=""/>
      </a:majorFont>
      <a:minorFont>
        <a:latin typeface="Lato"/>
        <a:ea typeface="Lato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自定义 24">
      <a:dk1>
        <a:sysClr val="windowText" lastClr="000000"/>
      </a:dk1>
      <a:lt1>
        <a:sysClr val="window" lastClr="FFFFFF"/>
      </a:lt1>
      <a:dk2>
        <a:srgbClr val="3F3F3F"/>
      </a:dk2>
      <a:lt2>
        <a:srgbClr val="FFFDEB"/>
      </a:lt2>
      <a:accent1>
        <a:srgbClr val="00CC66"/>
      </a:accent1>
      <a:accent2>
        <a:srgbClr val="FFC858"/>
      </a:accent2>
      <a:accent3>
        <a:srgbClr val="0C89F0"/>
      </a:accent3>
      <a:accent4>
        <a:srgbClr val="B71CC3"/>
      </a:accent4>
      <a:accent5>
        <a:srgbClr val="181FB1"/>
      </a:accent5>
      <a:accent6>
        <a:srgbClr val="33CCFF"/>
      </a:accent6>
      <a:hlink>
        <a:srgbClr val="0563C1"/>
      </a:hlink>
      <a:folHlink>
        <a:srgbClr val="954F72"/>
      </a:folHlink>
    </a:clrScheme>
    <a:fontScheme name="字体-简约">
      <a:majorFont>
        <a:latin typeface="Manrope ExtraBold"/>
        <a:ea typeface="Manrope ExtraBold"/>
        <a:cs typeface=""/>
      </a:majorFont>
      <a:minorFont>
        <a:latin typeface="Lato"/>
        <a:ea typeface="Lato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rgbClr val="DCD6CA"/>
          </a:solidFill>
          <a:prstDash val="solid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自定义 57">
      <a:dk1>
        <a:srgbClr val="000000"/>
      </a:dk1>
      <a:lt1>
        <a:srgbClr val="FFFFFF"/>
      </a:lt1>
      <a:dk2>
        <a:srgbClr val="043460"/>
      </a:dk2>
      <a:lt2>
        <a:srgbClr val="EFFFFF"/>
      </a:lt2>
      <a:accent1>
        <a:srgbClr val="09FFFF"/>
      </a:accent1>
      <a:accent2>
        <a:srgbClr val="1ADCFF"/>
      </a:accent2>
      <a:accent3>
        <a:srgbClr val="0F54FF"/>
      </a:accent3>
      <a:accent4>
        <a:srgbClr val="3D97FF"/>
      </a:accent4>
      <a:accent5>
        <a:srgbClr val="4F74FF"/>
      </a:accent5>
      <a:accent6>
        <a:srgbClr val="6051FF"/>
      </a:accent6>
      <a:hlink>
        <a:srgbClr val="4472C4"/>
      </a:hlink>
      <a:folHlink>
        <a:srgbClr val="BFBFBF"/>
      </a:folHlink>
    </a:clrScheme>
    <a:fontScheme name="字体-商务">
      <a:majorFont>
        <a:latin typeface="Inter Bold"/>
        <a:ea typeface="Inter Bold"/>
        <a:cs typeface=""/>
      </a:majorFont>
      <a:minorFont>
        <a:latin typeface="Inter"/>
        <a:ea typeface="Inte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rgbClr val="DCD6CA"/>
          </a:solidFill>
          <a:prstDash val="solid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4251</Words>
  <Application>WPS Presentation</Application>
  <PresentationFormat>宽屏</PresentationFormat>
  <Paragraphs>98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8</vt:i4>
      </vt:variant>
    </vt:vector>
  </HeadingPairs>
  <TitlesOfParts>
    <vt:vector size="23" baseType="lpstr">
      <vt:lpstr>Arial</vt:lpstr>
      <vt:lpstr>SimSun</vt:lpstr>
      <vt:lpstr>Wingdings</vt:lpstr>
      <vt:lpstr>Wingdings</vt:lpstr>
      <vt:lpstr>Verdana</vt:lpstr>
      <vt:lpstr>Lato</vt:lpstr>
      <vt:lpstr>Segoe Print</vt:lpstr>
      <vt:lpstr>Microsoft YaHei</vt:lpstr>
      <vt:lpstr>Arial Unicode MS</vt:lpstr>
      <vt:lpstr>Manrope ExtraBold</vt:lpstr>
      <vt:lpstr>Inter</vt:lpstr>
      <vt:lpstr>Inter Bold</vt:lpstr>
      <vt:lpstr>Office Theme</vt:lpstr>
      <vt:lpstr>1_Office Theme</vt:lpstr>
      <vt:lpstr>2_Office Theme</vt:lpstr>
      <vt:lpstr>PowerPoint 演示文稿</vt:lpstr>
      <vt:lpstr>La crisis no expone la falta de planes. Expone planes que no funcionan. </vt:lpstr>
      <vt:lpstr>El mercado dejará de pagar por planes documentados. Pagará solo por resiliencia que funcione en la crisis. </vt:lpstr>
      <vt:lpstr>Esta alianza convierte proyectos puntuales en relaciones estratégicas de largo plazo.</vt:lpstr>
      <vt:lpstr>defcon5 transforma la continuidad de un documento a un sistema vivo.</vt:lpstr>
      <vt:lpstr>El Cliente deja de “cumplir con continuidad” y pasa a controlar la disrupción.</vt:lpstr>
      <vt:lpstr>Una alianza clara. Un liderazgo incuestionable de la Consultora.. </vt:lpstr>
      <vt:lpstr>Vea cómo su metodología opera en tiempo real con defcon5.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Marco Villalobos</dc:creator>
  <cp:lastModifiedBy>Marco Villalobos</cp:lastModifiedBy>
  <cp:revision>17</cp:revision>
  <dcterms:created xsi:type="dcterms:W3CDTF">2025-07-23T00:59:00Z</dcterms:created>
  <dcterms:modified xsi:type="dcterms:W3CDTF">2026-01-23T00:17:56Z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2058-12.2.0.23196</vt:lpwstr>
  </property>
  <property fmtid="{D5CDD505-2E9C-101B-9397-08002B2CF9AE}" pid="3" name="ICV">
    <vt:lpwstr>29A5C9A0711348A6B365A128A32F60C4_11</vt:lpwstr>
  </property>
</Properties>
</file>