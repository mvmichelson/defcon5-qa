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8" name="Grupo 27"/>
          <p:cNvGrpSpPr/>
          <p:nvPr/>
        </p:nvGrpSpPr>
        <p:grpSpPr>
          <a:xfrm>
            <a:off x="799465" y="816610"/>
            <a:ext cx="5474970" cy="3990340"/>
            <a:chOff x="1701" y="2238"/>
            <a:chExt cx="8622" cy="6284"/>
          </a:xfrm>
        </p:grpSpPr>
        <p:sp>
          <p:nvSpPr>
            <p:cNvPr id="15" name="Rectángulo redondeado 14"/>
            <p:cNvSpPr/>
            <p:nvPr/>
          </p:nvSpPr>
          <p:spPr>
            <a:xfrm>
              <a:off x="8097" y="6887"/>
              <a:ext cx="1897" cy="677"/>
            </a:xfrm>
            <a:prstGeom prst="round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s-MX" altLang="en-US" sz="1400" b="1"/>
                <a:t>Calce</a:t>
              </a:r>
              <a:endParaRPr lang="es-MX" altLang="en-US" sz="1400" b="1"/>
            </a:p>
          </p:txBody>
        </p:sp>
        <p:grpSp>
          <p:nvGrpSpPr>
            <p:cNvPr id="24" name="Grupo 23"/>
            <p:cNvGrpSpPr/>
            <p:nvPr/>
          </p:nvGrpSpPr>
          <p:grpSpPr>
            <a:xfrm>
              <a:off x="1701" y="2238"/>
              <a:ext cx="8622" cy="6285"/>
              <a:chOff x="2690" y="1650"/>
              <a:chExt cx="11261" cy="7536"/>
            </a:xfrm>
          </p:grpSpPr>
          <p:sp>
            <p:nvSpPr>
              <p:cNvPr id="5" name="Rectángulo redondeado 4"/>
              <p:cNvSpPr/>
              <p:nvPr/>
            </p:nvSpPr>
            <p:spPr>
              <a:xfrm>
                <a:off x="8855" y="1650"/>
                <a:ext cx="2604" cy="811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s-MX" altLang="en-US" sz="1400"/>
                  <a:t>nuam</a:t>
                </a:r>
                <a:endParaRPr lang="es-MX" altLang="en-US" sz="1400"/>
              </a:p>
            </p:txBody>
          </p:sp>
          <p:sp>
            <p:nvSpPr>
              <p:cNvPr id="6" name="Rectángulo redondeado 5"/>
              <p:cNvSpPr/>
              <p:nvPr/>
            </p:nvSpPr>
            <p:spPr>
              <a:xfrm>
                <a:off x="2690" y="2999"/>
                <a:ext cx="2848" cy="1412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s-MX" altLang="en-US" sz="1400"/>
                  <a:t>Admision y Listado de Valores</a:t>
                </a:r>
                <a:endParaRPr lang="es-MX" altLang="en-US" sz="1400"/>
              </a:p>
            </p:txBody>
          </p:sp>
          <p:sp>
            <p:nvSpPr>
              <p:cNvPr id="7" name="Rectángulo redondeado 6"/>
              <p:cNvSpPr/>
              <p:nvPr/>
            </p:nvSpPr>
            <p:spPr>
              <a:xfrm>
                <a:off x="8847" y="2991"/>
                <a:ext cx="2604" cy="811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s-MX" altLang="en-US" sz="1400"/>
                  <a:t>Negociacion</a:t>
                </a:r>
                <a:endParaRPr lang="es-MX" altLang="en-US" sz="1400"/>
              </a:p>
            </p:txBody>
          </p:sp>
          <p:sp>
            <p:nvSpPr>
              <p:cNvPr id="9" name="Rectángulo redondeado 8"/>
              <p:cNvSpPr/>
              <p:nvPr/>
            </p:nvSpPr>
            <p:spPr>
              <a:xfrm>
                <a:off x="4430" y="4646"/>
                <a:ext cx="2983" cy="811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s-MX" altLang="en-US" sz="1400"/>
                  <a:t>Pre-negociacion</a:t>
                </a:r>
                <a:endParaRPr lang="es-MX" altLang="en-US" sz="1400"/>
              </a:p>
            </p:txBody>
          </p:sp>
          <p:sp>
            <p:nvSpPr>
              <p:cNvPr id="11" name="Rectángulo redondeado 10"/>
              <p:cNvSpPr/>
              <p:nvPr/>
            </p:nvSpPr>
            <p:spPr>
              <a:xfrm>
                <a:off x="8997" y="4646"/>
                <a:ext cx="2373" cy="811"/>
              </a:xfrm>
              <a:prstGeom prst="round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s-MX" altLang="en-US" sz="1400"/>
                  <a:t>Operacion</a:t>
                </a:r>
                <a:endParaRPr lang="es-MX" altLang="en-US" sz="1400"/>
              </a:p>
            </p:txBody>
          </p:sp>
          <p:sp>
            <p:nvSpPr>
              <p:cNvPr id="12" name="Rectángulo redondeado 11"/>
              <p:cNvSpPr/>
              <p:nvPr/>
            </p:nvSpPr>
            <p:spPr>
              <a:xfrm>
                <a:off x="10917" y="5763"/>
                <a:ext cx="3034" cy="1122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s-MX" altLang="en-US" sz="1400" b="1"/>
                  <a:t>Orden de Compra/Venta</a:t>
                </a:r>
                <a:endParaRPr lang="es-MX" altLang="en-US" sz="1400" b="1"/>
              </a:p>
            </p:txBody>
          </p:sp>
          <p:sp>
            <p:nvSpPr>
              <p:cNvPr id="16" name="Rectángulo redondeado 15"/>
              <p:cNvSpPr/>
              <p:nvPr/>
            </p:nvSpPr>
            <p:spPr>
              <a:xfrm>
                <a:off x="10839" y="8375"/>
                <a:ext cx="2683" cy="811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s-MX" altLang="en-US" sz="1400" b="1"/>
                  <a:t>Libro de OC</a:t>
                </a:r>
                <a:endParaRPr lang="es-MX" altLang="en-US" sz="1400" b="1"/>
              </a:p>
            </p:txBody>
          </p:sp>
          <p:cxnSp>
            <p:nvCxnSpPr>
              <p:cNvPr id="17" name="Conector angular 16"/>
              <p:cNvCxnSpPr>
                <a:stCxn id="5" idx="2"/>
                <a:endCxn id="6" idx="0"/>
              </p:cNvCxnSpPr>
              <p:nvPr/>
            </p:nvCxnSpPr>
            <p:spPr>
              <a:xfrm rot="5400000">
                <a:off x="6867" y="-291"/>
                <a:ext cx="538" cy="6042"/>
              </a:xfrm>
              <a:prstGeom prst="bentConnector3">
                <a:avLst>
                  <a:gd name="adj1" fmla="val 50111"/>
                </a:avLst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" name="Conector angular 17"/>
              <p:cNvCxnSpPr>
                <a:stCxn id="5" idx="2"/>
                <a:endCxn id="7" idx="0"/>
              </p:cNvCxnSpPr>
              <p:nvPr/>
            </p:nvCxnSpPr>
            <p:spPr>
              <a:xfrm rot="5400000">
                <a:off x="9888" y="2722"/>
                <a:ext cx="530" cy="8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" name="Conector angular 18"/>
              <p:cNvCxnSpPr>
                <a:stCxn id="7" idx="2"/>
                <a:endCxn id="9" idx="0"/>
              </p:cNvCxnSpPr>
              <p:nvPr/>
            </p:nvCxnSpPr>
            <p:spPr>
              <a:xfrm rot="5400000">
                <a:off x="7613" y="2110"/>
                <a:ext cx="845" cy="4227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" name="Conector angular 19"/>
              <p:cNvCxnSpPr>
                <a:stCxn id="7" idx="2"/>
                <a:endCxn id="11" idx="0"/>
              </p:cNvCxnSpPr>
              <p:nvPr/>
            </p:nvCxnSpPr>
            <p:spPr>
              <a:xfrm rot="5400000" flipV="1">
                <a:off x="9744" y="4206"/>
                <a:ext cx="845" cy="35"/>
              </a:xfrm>
              <a:prstGeom prst="bentConnector3">
                <a:avLst>
                  <a:gd name="adj1" fmla="val 50071"/>
                </a:avLst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" name="Conector angular 20"/>
              <p:cNvCxnSpPr>
                <a:stCxn id="11" idx="2"/>
                <a:endCxn id="12" idx="1"/>
              </p:cNvCxnSpPr>
              <p:nvPr/>
            </p:nvCxnSpPr>
            <p:spPr>
              <a:xfrm rot="5400000" flipV="1">
                <a:off x="10117" y="5524"/>
                <a:ext cx="867" cy="733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" name="Conector angular 21"/>
              <p:cNvCxnSpPr>
                <a:stCxn id="11" idx="2"/>
                <a:endCxn id="15" idx="1"/>
              </p:cNvCxnSpPr>
              <p:nvPr/>
            </p:nvCxnSpPr>
            <p:spPr>
              <a:xfrm rot="5400000" flipV="1">
                <a:off x="9527" y="6114"/>
                <a:ext cx="2174" cy="859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" name="Conector angular 22"/>
              <p:cNvCxnSpPr>
                <a:stCxn id="11" idx="2"/>
                <a:endCxn id="16" idx="1"/>
              </p:cNvCxnSpPr>
              <p:nvPr/>
            </p:nvCxnSpPr>
            <p:spPr>
              <a:xfrm rot="5400000" flipV="1">
                <a:off x="8850" y="6792"/>
                <a:ext cx="3324" cy="654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WPS Presentation</Application>
  <PresentationFormat>宽屏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 Villalobos</dc:creator>
  <cp:lastModifiedBy>Marco Villalobos</cp:lastModifiedBy>
  <cp:revision>2</cp:revision>
  <dcterms:created xsi:type="dcterms:W3CDTF">2025-08-23T15:41:45Z</dcterms:created>
  <dcterms:modified xsi:type="dcterms:W3CDTF">2025-08-28T14:34:24Z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2058-12.2.0.21931</vt:lpwstr>
  </property>
  <property fmtid="{D5CDD505-2E9C-101B-9397-08002B2CF9AE}" pid="3" name="ICV">
    <vt:lpwstr>1FA55A47BD5C4CF5B9EE9040A111A855_11</vt:lpwstr>
  </property>
</Properties>
</file>